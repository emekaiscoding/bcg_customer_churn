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950075" cy="92360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gQcZsfPmTGvyyFPu7izN7AyRV0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24" autoAdjust="0"/>
  </p:normalViewPr>
  <p:slideViewPr>
    <p:cSldViewPr snapToGrid="0">
      <p:cViewPr varScale="1">
        <p:scale>
          <a:sx n="81" d="100"/>
          <a:sy n="81" d="100"/>
        </p:scale>
        <p:origin x="725" y="2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p:nvPr/>
        </p:nvSpPr>
        <p:spPr>
          <a:xfrm>
            <a:off x="0" y="4410720"/>
            <a:ext cx="6948467" cy="4825357"/>
          </a:xfrm>
          <a:prstGeom prst="rect">
            <a:avLst/>
          </a:prstGeom>
          <a:solidFill>
            <a:srgbClr val="F2F2F2"/>
          </a:solidFill>
          <a:ln>
            <a:noFill/>
          </a:ln>
        </p:spPr>
        <p:txBody>
          <a:bodyPr spcFirstLastPara="1" wrap="square" lIns="92475" tIns="46225" rIns="92475" bIns="46225"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4" name="Google Shape;4;n"/>
          <p:cNvSpPr txBox="1">
            <a:spLocks noGrp="1"/>
          </p:cNvSpPr>
          <p:nvPr>
            <p:ph type="hdr" idx="2"/>
          </p:nvPr>
        </p:nvSpPr>
        <p:spPr>
          <a:xfrm>
            <a:off x="82427" y="3"/>
            <a:ext cx="2929274" cy="463408"/>
          </a:xfrm>
          <a:prstGeom prst="rect">
            <a:avLst/>
          </a:prstGeom>
          <a:noFill/>
          <a:ln>
            <a:noFill/>
          </a:ln>
        </p:spPr>
        <p:txBody>
          <a:bodyPr spcFirstLastPara="1" wrap="square" lIns="92475" tIns="46225" rIns="92475" bIns="46225" anchor="t" anchorCtr="0">
            <a:noAutofit/>
          </a:bodyPr>
          <a:lstStyle>
            <a:lvl1pPr marR="0" lvl="0" algn="l" rtl="0">
              <a:spcBef>
                <a:spcPts val="0"/>
              </a:spcBef>
              <a:spcAft>
                <a:spcPts val="0"/>
              </a:spcAft>
              <a:buSzPts val="1400"/>
              <a:buNone/>
              <a:defRPr sz="14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5" name="Google Shape;5;n"/>
          <p:cNvSpPr>
            <a:spLocks noGrp="1" noRot="1" noChangeAspect="1"/>
          </p:cNvSpPr>
          <p:nvPr>
            <p:ph type="sldImg" idx="3"/>
          </p:nvPr>
        </p:nvSpPr>
        <p:spPr>
          <a:xfrm>
            <a:off x="156103" y="575009"/>
            <a:ext cx="6620256" cy="37241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6" name="Google Shape;6;n"/>
          <p:cNvSpPr txBox="1">
            <a:spLocks noGrp="1"/>
          </p:cNvSpPr>
          <p:nvPr>
            <p:ph type="ftr" idx="11"/>
          </p:nvPr>
        </p:nvSpPr>
        <p:spPr>
          <a:xfrm>
            <a:off x="82427" y="8744096"/>
            <a:ext cx="2929274" cy="463407"/>
          </a:xfrm>
          <a:prstGeom prst="rect">
            <a:avLst/>
          </a:prstGeom>
          <a:noFill/>
          <a:ln>
            <a:noFill/>
          </a:ln>
        </p:spPr>
        <p:txBody>
          <a:bodyPr spcFirstLastPara="1" wrap="square" lIns="92475" tIns="46225" rIns="92475" bIns="46225" anchor="b" anchorCtr="0">
            <a:noAutofit/>
          </a:bodyPr>
          <a:lstStyle>
            <a:lvl1pPr marR="0" lvl="0" algn="l" rtl="0">
              <a:spcBef>
                <a:spcPts val="0"/>
              </a:spcBef>
              <a:spcAft>
                <a:spcPts val="0"/>
              </a:spcAft>
              <a:buSzPts val="1400"/>
              <a:buNone/>
              <a:defRPr sz="14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7" name="Google Shape;7;n"/>
          <p:cNvSpPr txBox="1">
            <a:spLocks noGrp="1"/>
          </p:cNvSpPr>
          <p:nvPr>
            <p:ph type="sldNum" idx="12"/>
          </p:nvPr>
        </p:nvSpPr>
        <p:spPr>
          <a:xfrm>
            <a:off x="3936770" y="8744096"/>
            <a:ext cx="2919957" cy="463407"/>
          </a:xfrm>
          <a:prstGeom prst="rect">
            <a:avLst/>
          </a:prstGeom>
          <a:noFill/>
          <a:ln>
            <a:noFill/>
          </a:ln>
        </p:spPr>
        <p:txBody>
          <a:bodyPr spcFirstLastPara="1" wrap="square" lIns="92475" tIns="46225" rIns="92475" bIns="46225" anchor="b" anchorCtr="0">
            <a:noAutofit/>
          </a:bodyPr>
          <a:lstStyle/>
          <a:p>
            <a:pPr marL="0" marR="0" lvl="0" indent="0" algn="r" rtl="0">
              <a:spcBef>
                <a:spcPts val="0"/>
              </a:spcBef>
              <a:spcAft>
                <a:spcPts val="0"/>
              </a:spcAft>
              <a:buNone/>
            </a:pPr>
            <a:r>
              <a:rPr lang="en-US" sz="1400" b="0" i="0" u="none" strike="noStrike" cap="none">
                <a:solidFill>
                  <a:schemeClr val="dk1"/>
                </a:solidFill>
                <a:latin typeface="Trebuchet MS"/>
                <a:ea typeface="Trebuchet MS"/>
                <a:cs typeface="Trebuchet MS"/>
                <a:sym typeface="Trebuchet MS"/>
              </a:rPr>
              <a:t>Notes view: </a:t>
            </a:r>
            <a:fld id="{00000000-1234-1234-1234-123412341234}" type="slidenum">
              <a:rPr lang="en-US" sz="1400" b="0" i="0" u="none" strike="noStrike" cap="none">
                <a:solidFill>
                  <a:schemeClr val="dk1"/>
                </a:solidFill>
                <a:latin typeface="Trebuchet MS"/>
                <a:ea typeface="Trebuchet MS"/>
                <a:cs typeface="Trebuchet MS"/>
                <a:sym typeface="Trebuchet MS"/>
              </a:rPr>
              <a:t>‹#›</a:t>
            </a:fld>
            <a:endParaRPr sz="1400" b="0" i="0" u="none" strike="noStrike" cap="none">
              <a:solidFill>
                <a:schemeClr val="dk1"/>
              </a:solidFill>
              <a:latin typeface="Trebuchet MS"/>
              <a:ea typeface="Trebuchet MS"/>
              <a:cs typeface="Trebuchet MS"/>
              <a:sym typeface="Trebuchet MS"/>
            </a:endParaRPr>
          </a:p>
        </p:txBody>
      </p:sp>
      <p:sp>
        <p:nvSpPr>
          <p:cNvPr id="8" name="Google Shape;8;n"/>
          <p:cNvSpPr txBox="1">
            <a:spLocks noGrp="1"/>
          </p:cNvSpPr>
          <p:nvPr>
            <p:ph type="body" idx="1"/>
          </p:nvPr>
        </p:nvSpPr>
        <p:spPr>
          <a:xfrm>
            <a:off x="259519" y="4714653"/>
            <a:ext cx="6413424" cy="3768947"/>
          </a:xfrm>
          <a:prstGeom prst="rect">
            <a:avLst/>
          </a:prstGeom>
          <a:noFill/>
          <a:ln>
            <a:noFill/>
          </a:ln>
        </p:spPr>
        <p:txBody>
          <a:bodyPr spcFirstLastPara="1" wrap="square" lIns="92475" tIns="46225" rIns="92475" bIns="46225" anchor="t" anchorCtr="0">
            <a:noAutofit/>
          </a:bodyPr>
          <a:lstStyle>
            <a:lvl1pPr marL="457200" marR="0" lvl="0" indent="-304800" algn="l" rtl="0">
              <a:spcBef>
                <a:spcPts val="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spcBef>
                <a:spcPts val="6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3pPr>
            <a:lvl4pPr marL="1828800" marR="0" lvl="3" indent="-292100" algn="l" rtl="0">
              <a:spcBef>
                <a:spcPts val="600"/>
              </a:spcBef>
              <a:spcAft>
                <a:spcPts val="0"/>
              </a:spcAft>
              <a:buClr>
                <a:schemeClr val="dk1"/>
              </a:buClr>
              <a:buSzPts val="1000"/>
              <a:buFont typeface="Arial"/>
              <a:buChar char="•"/>
              <a:defRPr sz="1000" b="0" i="0" u="none" strike="noStrike" cap="none">
                <a:solidFill>
                  <a:schemeClr val="dk1"/>
                </a:solidFill>
                <a:latin typeface="Trebuchet MS"/>
                <a:ea typeface="Trebuchet MS"/>
                <a:cs typeface="Trebuchet MS"/>
                <a:sym typeface="Trebuchet MS"/>
              </a:defRPr>
            </a:lvl4pPr>
            <a:lvl5pPr marL="2286000" marR="0" lvl="4" indent="-292100" algn="l" rtl="0">
              <a:spcBef>
                <a:spcPts val="600"/>
              </a:spcBef>
              <a:spcAft>
                <a:spcPts val="0"/>
              </a:spcAft>
              <a:buClr>
                <a:schemeClr val="dk2"/>
              </a:buClr>
              <a:buSzPts val="1000"/>
              <a:buFont typeface="Arial"/>
              <a:buChar char="•"/>
              <a:defRPr sz="1000" b="0" i="1" u="none" strike="noStrike" cap="none">
                <a:solidFill>
                  <a:schemeClr val="dk1"/>
                </a:solidFill>
                <a:latin typeface="Trebuchet MS"/>
                <a:ea typeface="Trebuchet MS"/>
                <a:cs typeface="Trebuchet MS"/>
                <a:sym typeface="Trebuchet MS"/>
              </a:defRPr>
            </a:lvl5pPr>
            <a:lvl6pPr marL="2743200" marR="0" lvl="5" indent="-228600" algn="l" rtl="0">
              <a:spcBef>
                <a:spcPts val="600"/>
              </a:spcBef>
              <a:spcAft>
                <a:spcPts val="0"/>
              </a:spcAft>
              <a:buSzPts val="1400"/>
              <a:buNone/>
              <a:defRPr sz="1200" b="0" i="0" u="none" strike="noStrike" cap="none">
                <a:solidFill>
                  <a:schemeClr val="dk1"/>
                </a:solidFill>
                <a:latin typeface="Trebuchet MS"/>
                <a:ea typeface="Trebuchet MS"/>
                <a:cs typeface="Trebuchet MS"/>
                <a:sym typeface="Trebuchet MS"/>
              </a:defRPr>
            </a:lvl6pPr>
            <a:lvl7pPr marL="3200400" marR="0" lvl="6" indent="-228600" algn="l"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7pPr>
            <a:lvl8pPr marL="3657600" marR="0" lvl="7" indent="-228600" algn="l"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8pPr>
            <a:lvl9pPr marL="4114800" marR="0" lvl="8" indent="-228600" algn="l"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9pPr>
          </a:lstStyle>
          <a:p>
            <a:endParaRPr/>
          </a:p>
        </p:txBody>
      </p:sp>
      <p:sp>
        <p:nvSpPr>
          <p:cNvPr id="9" name="Google Shape;9;n"/>
          <p:cNvSpPr txBox="1">
            <a:spLocks noGrp="1"/>
          </p:cNvSpPr>
          <p:nvPr>
            <p:ph type="dt" idx="10"/>
          </p:nvPr>
        </p:nvSpPr>
        <p:spPr>
          <a:xfrm>
            <a:off x="3937000" y="0"/>
            <a:ext cx="3011488" cy="46355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910">
          <p15:clr>
            <a:srgbClr val="F26B43"/>
          </p15:clr>
        </p15:guide>
        <p15:guide id="2" pos="2189">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notes"/>
          <p:cNvSpPr>
            <a:spLocks noGrp="1" noRot="1" noChangeAspect="1"/>
          </p:cNvSpPr>
          <p:nvPr>
            <p:ph type="sldImg" idx="2"/>
          </p:nvPr>
        </p:nvSpPr>
        <p:spPr>
          <a:xfrm>
            <a:off x="155575" y="574675"/>
            <a:ext cx="6621463"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508" name="Google Shape;508;p1:notes"/>
          <p:cNvSpPr txBox="1">
            <a:spLocks noGrp="1"/>
          </p:cNvSpPr>
          <p:nvPr>
            <p:ph type="body" idx="1"/>
          </p:nvPr>
        </p:nvSpPr>
        <p:spPr>
          <a:xfrm>
            <a:off x="259519" y="4714653"/>
            <a:ext cx="6413424" cy="3768947"/>
          </a:xfrm>
          <a:prstGeom prst="rect">
            <a:avLst/>
          </a:prstGeom>
          <a:noFill/>
          <a:ln>
            <a:noFill/>
          </a:ln>
        </p:spPr>
        <p:txBody>
          <a:bodyPr spcFirstLastPara="1" wrap="square" lIns="92475" tIns="46225" rIns="92475" bIns="46225" anchor="t" anchorCtr="0">
            <a:noAutofit/>
          </a:bodyPr>
          <a:lstStyle/>
          <a:p>
            <a:pPr marL="0" lvl="0" indent="0" algn="l" rtl="0">
              <a:spcBef>
                <a:spcPts val="0"/>
              </a:spcBef>
              <a:spcAft>
                <a:spcPts val="0"/>
              </a:spcAft>
              <a:buClr>
                <a:schemeClr val="dk1"/>
              </a:buClr>
              <a:buSzPts val="1200"/>
              <a:buNone/>
            </a:pPr>
            <a:endParaRPr/>
          </a:p>
        </p:txBody>
      </p:sp>
      <p:sp>
        <p:nvSpPr>
          <p:cNvPr id="509" name="Google Shape;509;p1:notes"/>
          <p:cNvSpPr txBox="1">
            <a:spLocks noGrp="1"/>
          </p:cNvSpPr>
          <p:nvPr>
            <p:ph type="sldNum" idx="12"/>
          </p:nvPr>
        </p:nvSpPr>
        <p:spPr>
          <a:xfrm>
            <a:off x="3936770" y="8744096"/>
            <a:ext cx="2919957" cy="463407"/>
          </a:xfrm>
          <a:prstGeom prst="rect">
            <a:avLst/>
          </a:prstGeom>
          <a:noFill/>
          <a:ln>
            <a:noFill/>
          </a:ln>
        </p:spPr>
        <p:txBody>
          <a:bodyPr spcFirstLastPara="1" wrap="square" lIns="92475" tIns="46225" rIns="92475" bIns="46225" anchor="b" anchorCtr="0">
            <a:noAutofit/>
          </a:bodyPr>
          <a:lstStyle/>
          <a:p>
            <a:pPr marL="0" lvl="0" indent="0" algn="r" rtl="0">
              <a:spcBef>
                <a:spcPts val="0"/>
              </a:spcBef>
              <a:spcAft>
                <a:spcPts val="0"/>
              </a:spcAft>
              <a:buNone/>
            </a:pPr>
            <a:r>
              <a:rPr lang="en-US"/>
              <a:t>Notes view: </a:t>
            </a:r>
            <a:fld id="{00000000-1234-1234-1234-123412341234}" type="slidenum">
              <a:rPr lang="en-US"/>
              <a:t>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Green left arrow">
  <p:cSld name="Green left arrow">
    <p:bg>
      <p:bgPr>
        <a:solidFill>
          <a:srgbClr val="F2F2F2"/>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b="0" i="0" u="none" strike="noStrike" cap="none">
              <a:solidFill>
                <a:srgbClr val="FFFFFF"/>
              </a:solidFill>
              <a:latin typeface="Trebuchet MS"/>
              <a:ea typeface="Trebuchet MS"/>
              <a:cs typeface="Trebuchet MS"/>
              <a:sym typeface="Trebuchet MS"/>
            </a:endParaRPr>
          </a:p>
        </p:txBody>
      </p:sp>
      <p:sp>
        <p:nvSpPr>
          <p:cNvPr id="17" name="Google Shape;17;p3"/>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3200"/>
              <a:buFont typeface="Trebuchet MS"/>
              <a:buNone/>
              <a:defRPr sz="320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20" name="Google Shape;20;p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b="0" i="0" u="none" strike="noStrike" cap="none">
                <a:solidFill>
                  <a:srgbClr val="7F7F7F"/>
                </a:solidFill>
                <a:latin typeface="Trebuchet MS"/>
                <a:ea typeface="Trebuchet MS"/>
                <a:cs typeface="Trebuchet MS"/>
                <a:sym typeface="Trebuchet MS"/>
              </a:rPr>
              <a:t>Copyright © 2020 by Boston Consulting Group. All rights reserved.</a:t>
            </a:r>
            <a:endParaRPr sz="700" b="0" i="0" u="none" strike="noStrike" cap="none">
              <a:solidFill>
                <a:srgbClr val="7F7F7F"/>
              </a:solidFill>
              <a:latin typeface="Trebuchet MS"/>
              <a:ea typeface="Trebuchet MS"/>
              <a:cs typeface="Trebuchet MS"/>
              <a:sym typeface="Trebuchet MS"/>
            </a:endParaRPr>
          </a:p>
        </p:txBody>
      </p:sp>
      <p:pic>
        <p:nvPicPr>
          <p:cNvPr id="21" name="Google Shape;21;p3"/>
          <p:cNvPicPr preferRelativeResize="0"/>
          <p:nvPr/>
        </p:nvPicPr>
        <p:blipFill rotWithShape="1">
          <a:blip r:embed="rId2">
            <a:alphaModFix/>
          </a:blip>
          <a:srcRect t="6216" b="7715"/>
          <a:stretch/>
        </p:blipFill>
        <p:spPr>
          <a:xfrm rot="120000">
            <a:off x="2174642" y="3402828"/>
            <a:ext cx="2694666" cy="3461745"/>
          </a:xfrm>
          <a:custGeom>
            <a:avLst/>
            <a:gdLst/>
            <a:ahLst/>
            <a:cxnLst/>
            <a:rect l="l" t="t" r="r" b="b"/>
            <a:pathLst>
              <a:path w="2694666" h="3461745" extrusionOk="0">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22"/>
        <p:cNvGrpSpPr/>
        <p:nvPr/>
      </p:nvGrpSpPr>
      <p:grpSpPr>
        <a:xfrm>
          <a:off x="0" y="0"/>
          <a:ext cx="0" cy="0"/>
          <a:chOff x="0" y="0"/>
          <a:chExt cx="0" cy="0"/>
        </a:xfrm>
      </p:grpSpPr>
      <p:sp>
        <p:nvSpPr>
          <p:cNvPr id="23" name="Google Shape;23;p4"/>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b="0" i="0" u="none" strike="noStrike" cap="none">
              <a:solidFill>
                <a:schemeClr val="lt1"/>
              </a:solidFill>
              <a:latin typeface="Trebuchet MS"/>
              <a:ea typeface="Trebuchet MS"/>
              <a:cs typeface="Trebuchet MS"/>
              <a:sym typeface="Trebuchet MS"/>
            </a:endParaRPr>
          </a:p>
        </p:txBody>
      </p:sp>
      <p:pic>
        <p:nvPicPr>
          <p:cNvPr id="24" name="Google Shape;24;p4"/>
          <p:cNvPicPr preferRelativeResize="0"/>
          <p:nvPr/>
        </p:nvPicPr>
        <p:blipFill rotWithShape="1">
          <a:blip r:embed="rId2">
            <a:alphaModFix/>
          </a:blip>
          <a:srcRect l="1731" t="8741" r="102" b="27"/>
          <a:stretch/>
        </p:blipFill>
        <p:spPr>
          <a:xfrm rot="-5400000" flipH="1">
            <a:off x="8471921" y="1973272"/>
            <a:ext cx="580573" cy="6858000"/>
          </a:xfrm>
          <a:prstGeom prst="rect">
            <a:avLst/>
          </a:prstGeom>
          <a:noFill/>
          <a:ln>
            <a:noFill/>
          </a:ln>
        </p:spPr>
      </p:pic>
      <p:pic>
        <p:nvPicPr>
          <p:cNvPr id="25" name="Google Shape;25;p4"/>
          <p:cNvPicPr preferRelativeResize="0"/>
          <p:nvPr/>
        </p:nvPicPr>
        <p:blipFill rotWithShape="1">
          <a:blip r:embed="rId3">
            <a:alphaModFix/>
          </a:blip>
          <a:srcRect b="23056"/>
          <a:stretch/>
        </p:blipFill>
        <p:spPr>
          <a:xfrm flipH="1">
            <a:off x="0" y="0"/>
            <a:ext cx="12192000" cy="5276850"/>
          </a:xfrm>
          <a:prstGeom prst="rect">
            <a:avLst/>
          </a:prstGeom>
          <a:noFill/>
          <a:ln>
            <a:noFill/>
          </a:ln>
        </p:spPr>
      </p:pic>
      <p:sp>
        <p:nvSpPr>
          <p:cNvPr id="26" name="Google Shape;26;p4"/>
          <p:cNvSpPr>
            <a:spLocks noGrp="1"/>
          </p:cNvSpPr>
          <p:nvPr>
            <p:ph type="pic" idx="2"/>
          </p:nvPr>
        </p:nvSpPr>
        <p:spPr>
          <a:xfrm>
            <a:off x="9366561" y="5570642"/>
            <a:ext cx="1867935" cy="896833"/>
          </a:xfrm>
          <a:prstGeom prst="rect">
            <a:avLst/>
          </a:prstGeom>
          <a:noFill/>
          <a:ln>
            <a:noFill/>
          </a:ln>
        </p:spPr>
      </p:sp>
      <p:sp>
        <p:nvSpPr>
          <p:cNvPr id="27" name="Google Shape;27;p4"/>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b="0" i="0" u="none" strike="noStrike" cap="none">
              <a:solidFill>
                <a:srgbClr val="FFFFFF"/>
              </a:solidFill>
              <a:latin typeface="Trebuchet MS"/>
              <a:ea typeface="Trebuchet MS"/>
              <a:cs typeface="Trebuchet MS"/>
              <a:sym typeface="Trebuchet MS"/>
            </a:endParaRPr>
          </a:p>
        </p:txBody>
      </p:sp>
      <p:sp>
        <p:nvSpPr>
          <p:cNvPr id="28" name="Google Shape;28;p4"/>
          <p:cNvSpPr txBox="1">
            <a:spLocks noGrp="1"/>
          </p:cNvSpPr>
          <p:nvPr>
            <p:ph type="body" idx="1"/>
          </p:nvPr>
        </p:nvSpPr>
        <p:spPr>
          <a:xfrm>
            <a:off x="1117415"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9" name="Google Shape;29;p4"/>
          <p:cNvSpPr txBox="1">
            <a:spLocks noGrp="1"/>
          </p:cNvSpPr>
          <p:nvPr>
            <p:ph type="subTitle" idx="3"/>
          </p:nvPr>
        </p:nvSpPr>
        <p:spPr>
          <a:xfrm>
            <a:off x="1117415"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30" name="Google Shape;30;p4"/>
          <p:cNvSpPr txBox="1">
            <a:spLocks noGrp="1"/>
          </p:cNvSpPr>
          <p:nvPr>
            <p:ph type="ctrTitle"/>
          </p:nvPr>
        </p:nvSpPr>
        <p:spPr>
          <a:xfrm>
            <a:off x="1117415"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p:nvPr/>
        </p:nvSpPr>
        <p:spPr>
          <a:xfrm>
            <a:off x="1117415" y="1112679"/>
            <a:ext cx="2327644" cy="486479"/>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2"/>
        </a:solidFill>
        <a:effectLst/>
      </p:bgPr>
    </p:bg>
    <p:spTree>
      <p:nvGrpSpPr>
        <p:cNvPr id="1" name="Shape 32"/>
        <p:cNvGrpSpPr/>
        <p:nvPr/>
      </p:nvGrpSpPr>
      <p:grpSpPr>
        <a:xfrm>
          <a:off x="0" y="0"/>
          <a:ext cx="0" cy="0"/>
          <a:chOff x="0" y="0"/>
          <a:chExt cx="0" cy="0"/>
        </a:xfrm>
      </p:grpSpPr>
      <p:sp>
        <p:nvSpPr>
          <p:cNvPr id="33" name="Google Shape;33;p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35" name="Google Shape;35;p5"/>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30000" y="622800"/>
            <a:ext cx="1093335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3400"/>
              <a:buFont typeface="Trebuchet M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9399" y="2085628"/>
            <a:ext cx="10933801" cy="4089131"/>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0"/>
              </a:spcBef>
              <a:spcAft>
                <a:spcPts val="0"/>
              </a:spcAft>
              <a:buClr>
                <a:schemeClr val="dk1"/>
              </a:buClr>
              <a:buSzPts val="2000"/>
              <a:buChar char="​"/>
              <a:defRPr sz="2000"/>
            </a:lvl1pPr>
            <a:lvl2pPr marL="914400" lvl="1" indent="-355600" algn="l">
              <a:lnSpc>
                <a:spcPct val="100000"/>
              </a:lnSpc>
              <a:spcBef>
                <a:spcPts val="0"/>
              </a:spcBef>
              <a:spcAft>
                <a:spcPts val="0"/>
              </a:spcAft>
              <a:buSzPts val="2000"/>
              <a:buChar char="•"/>
              <a:defRPr sz="2000"/>
            </a:lvl2pPr>
            <a:lvl3pPr marL="1371600" lvl="2" indent="-355600" algn="l">
              <a:lnSpc>
                <a:spcPct val="100000"/>
              </a:lnSpc>
              <a:spcBef>
                <a:spcPts val="0"/>
              </a:spcBef>
              <a:spcAft>
                <a:spcPts val="0"/>
              </a:spcAft>
              <a:buSzPts val="2000"/>
              <a:buChar char="–"/>
              <a:defRPr sz="2000"/>
            </a:lvl3pPr>
            <a:lvl4pPr marL="1828800" lvl="3" indent="-406400" algn="l">
              <a:lnSpc>
                <a:spcPct val="100000"/>
              </a:lnSpc>
              <a:spcBef>
                <a:spcPts val="0"/>
              </a:spcBef>
              <a:spcAft>
                <a:spcPts val="0"/>
              </a:spcAft>
              <a:buSzPts val="2800"/>
              <a:buChar char="​"/>
              <a:defRPr sz="2800"/>
            </a:lvl4pPr>
            <a:lvl5pPr marL="2286000" lvl="4" indent="-406400" algn="l">
              <a:lnSpc>
                <a:spcPct val="100000"/>
              </a:lnSpc>
              <a:spcBef>
                <a:spcPts val="0"/>
              </a:spcBef>
              <a:spcAft>
                <a:spcPts val="0"/>
              </a:spcAft>
              <a:buClr>
                <a:schemeClr val="dk1"/>
              </a:buClr>
              <a:buSzPts val="2800"/>
              <a:buChar char="​"/>
              <a:defRPr sz="2800"/>
            </a:lvl5pPr>
            <a:lvl6pPr marL="2743200" lvl="5" indent="-342900" algn="l">
              <a:lnSpc>
                <a:spcPct val="90000"/>
              </a:lnSpc>
              <a:spcBef>
                <a:spcPts val="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39" name="Google Shape;39;p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ay slice heading">
  <p:cSld name="Gray slice heading">
    <p:bg>
      <p:bgPr>
        <a:solidFill>
          <a:schemeClr val="lt1"/>
        </a:solidFill>
        <a:effectLst/>
      </p:bgPr>
    </p:bg>
    <p:spTree>
      <p:nvGrpSpPr>
        <p:cNvPr id="1" name="Shape 40"/>
        <p:cNvGrpSpPr/>
        <p:nvPr/>
      </p:nvGrpSpPr>
      <p:grpSpPr>
        <a:xfrm>
          <a:off x="0" y="0"/>
          <a:ext cx="0" cy="0"/>
          <a:chOff x="0" y="0"/>
          <a:chExt cx="0" cy="0"/>
        </a:xfrm>
      </p:grpSpPr>
      <p:sp>
        <p:nvSpPr>
          <p:cNvPr id="41" name="Google Shape;41;p7"/>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2" name="Google Shape;42;p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title"/>
          </p:nvPr>
        </p:nvSpPr>
        <p:spPr>
          <a:xfrm>
            <a:off x="630000" y="1544274"/>
            <a:ext cx="3452400" cy="1495794"/>
          </a:xfrm>
          <a:prstGeom prst="rect">
            <a:avLst/>
          </a:prstGeom>
          <a:noFill/>
          <a:ln>
            <a:noFill/>
          </a:ln>
        </p:spPr>
        <p:txBody>
          <a:bodyPr spcFirstLastPara="1" wrap="square" lIns="0" tIns="0" rIns="320025" bIns="0" anchor="b"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box">
  <p:cSld name="Section header box">
    <p:bg>
      <p:bgPr>
        <a:gradFill>
          <a:gsLst>
            <a:gs pos="0">
              <a:schemeClr val="dk2"/>
            </a:gs>
            <a:gs pos="100000">
              <a:schemeClr val="accent2"/>
            </a:gs>
          </a:gsLst>
          <a:lin ang="8100000" scaled="0"/>
        </a:gra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1284742" y="2668041"/>
            <a:ext cx="9620491" cy="3201026"/>
          </a:xfrm>
          <a:prstGeom prst="rect">
            <a:avLst/>
          </a:prstGeom>
          <a:noFill/>
          <a:ln w="9525" cap="flat" cmpd="sng">
            <a:solidFill>
              <a:schemeClr val="lt1"/>
            </a:solidFill>
            <a:prstDash val="solid"/>
            <a:round/>
            <a:headEnd type="none" w="sm" len="sm"/>
            <a:tailEnd type="none" w="sm" len="sm"/>
          </a:ln>
        </p:spPr>
        <p:txBody>
          <a:bodyPr spcFirstLastPara="1" wrap="square" lIns="274300" tIns="274300" rIns="274300" bIns="13715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8" name="Google Shape;48;p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50" name="Google Shape;50;p8"/>
          <p:cNvSpPr/>
          <p:nvPr/>
        </p:nvSpPr>
        <p:spPr>
          <a:xfrm>
            <a:off x="1284743" y="1428131"/>
            <a:ext cx="947672" cy="947672"/>
          </a:xfrm>
          <a:prstGeom prst="rect">
            <a:avLst/>
          </a:prstGeom>
          <a:noFill/>
          <a:ln w="1077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line">
  <p:cSld name="Section header line">
    <p:bg>
      <p:bgPr>
        <a:gradFill>
          <a:gsLst>
            <a:gs pos="0">
              <a:schemeClr val="dk2"/>
            </a:gs>
            <a:gs pos="100000">
              <a:schemeClr val="accent2"/>
            </a:gs>
          </a:gsLst>
          <a:lin ang="8100000" scaled="0"/>
        </a:gradFill>
        <a:effectLst/>
      </p:bgPr>
    </p:bg>
    <p:spTree>
      <p:nvGrpSpPr>
        <p:cNvPr id="1" name="Shape 51"/>
        <p:cNvGrpSpPr/>
        <p:nvPr/>
      </p:nvGrpSpPr>
      <p:grpSpPr>
        <a:xfrm>
          <a:off x="0" y="0"/>
          <a:ext cx="0" cy="0"/>
          <a:chOff x="0" y="0"/>
          <a:chExt cx="0" cy="0"/>
        </a:xfrm>
      </p:grpSpPr>
      <p:sp>
        <p:nvSpPr>
          <p:cNvPr id="52" name="Google Shape;52;p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53" name="Google Shape;53;p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9"/>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55" name="Google Shape;55;p9"/>
          <p:cNvCxnSpPr/>
          <p:nvPr/>
        </p:nvCxnSpPr>
        <p:spPr>
          <a:xfrm>
            <a:off x="618898" y="3680016"/>
            <a:ext cx="11576304" cy="0"/>
          </a:xfrm>
          <a:prstGeom prst="straightConnector1">
            <a:avLst/>
          </a:prstGeom>
          <a:noFill/>
          <a:ln w="19050"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White one third">
  <p:cSld name="White one third">
    <p:bg>
      <p:bgPr>
        <a:gradFill>
          <a:gsLst>
            <a:gs pos="0">
              <a:schemeClr val="dk2"/>
            </a:gs>
            <a:gs pos="100000">
              <a:schemeClr val="accent2"/>
            </a:gs>
          </a:gsLst>
          <a:lin ang="8100000" scaled="0"/>
        </a:gradFill>
        <a:effectLst/>
      </p:bgPr>
    </p:bg>
    <p:spTree>
      <p:nvGrpSpPr>
        <p:cNvPr id="1" name="Shape 56"/>
        <p:cNvGrpSpPr/>
        <p:nvPr/>
      </p:nvGrpSpPr>
      <p:grpSpPr>
        <a:xfrm>
          <a:off x="0" y="0"/>
          <a:ext cx="0" cy="0"/>
          <a:chOff x="0" y="0"/>
          <a:chExt cx="0" cy="0"/>
        </a:xfrm>
      </p:grpSpPr>
      <p:pic>
        <p:nvPicPr>
          <p:cNvPr id="57" name="Google Shape;57;p10"/>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58" name="Google Shape;58;p1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60" name="Google Shape;60;p1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61" name="Google Shape;61;p10"/>
          <p:cNvSpPr/>
          <p:nvPr/>
        </p:nvSpPr>
        <p:spPr>
          <a:xfrm>
            <a:off x="0" y="0"/>
            <a:ext cx="4079508"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62" name="Google Shape;62;p10"/>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Green highlight">
  <p:cSld name="Green highlight">
    <p:bg>
      <p:bgPr>
        <a:gradFill>
          <a:gsLst>
            <a:gs pos="0">
              <a:schemeClr val="dk2"/>
            </a:gs>
            <a:gs pos="100000">
              <a:schemeClr val="accent2"/>
            </a:gs>
          </a:gsLst>
          <a:lin ang="8100000" scaled="0"/>
        </a:gradFill>
        <a:effectLst/>
      </p:bgPr>
    </p:bg>
    <p:spTree>
      <p:nvGrpSpPr>
        <p:cNvPr id="1" name="Shape 63"/>
        <p:cNvGrpSpPr/>
        <p:nvPr/>
      </p:nvGrpSpPr>
      <p:grpSpPr>
        <a:xfrm>
          <a:off x="0" y="0"/>
          <a:ext cx="0" cy="0"/>
          <a:chOff x="0" y="0"/>
          <a:chExt cx="0" cy="0"/>
        </a:xfrm>
      </p:grpSpPr>
      <p:pic>
        <p:nvPicPr>
          <p:cNvPr id="64" name="Google Shape;64;p11"/>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65" name="Google Shape;65;p11"/>
          <p:cNvSpPr/>
          <p:nvPr/>
        </p:nvSpPr>
        <p:spPr>
          <a:xfrm>
            <a:off x="0" y="0"/>
            <a:ext cx="7171956"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66" name="Google Shape;66;p1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68" name="Google Shape;68;p1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69" name="Google Shape;69;p11"/>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Green one third">
  <p:cSld name="Green one third">
    <p:bg>
      <p:bgPr>
        <a:gradFill>
          <a:gsLst>
            <a:gs pos="0">
              <a:schemeClr val="dk2"/>
            </a:gs>
            <a:gs pos="100000">
              <a:schemeClr val="accent2"/>
            </a:gs>
          </a:gsLst>
          <a:lin ang="8100000" scaled="0"/>
        </a:gradFill>
        <a:effectLst/>
      </p:bgPr>
    </p:bg>
    <p:spTree>
      <p:nvGrpSpPr>
        <p:cNvPr id="1" name="Shape 70"/>
        <p:cNvGrpSpPr/>
        <p:nvPr/>
      </p:nvGrpSpPr>
      <p:grpSpPr>
        <a:xfrm>
          <a:off x="0" y="0"/>
          <a:ext cx="0" cy="0"/>
          <a:chOff x="0" y="0"/>
          <a:chExt cx="0" cy="0"/>
        </a:xfrm>
      </p:grpSpPr>
      <p:pic>
        <p:nvPicPr>
          <p:cNvPr id="71" name="Google Shape;71;p12"/>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72" name="Google Shape;72;p12"/>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200"/>
              <a:buFont typeface="Trebuchet MS"/>
              <a:buNone/>
              <a:defRPr sz="32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2"/>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74" name="Google Shape;74;p1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75" name="Google Shape;75;p1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Green half">
  <p:cSld name="Green half">
    <p:bg>
      <p:bgPr>
        <a:gradFill>
          <a:gsLst>
            <a:gs pos="0">
              <a:schemeClr val="dk2"/>
            </a:gs>
            <a:gs pos="100000">
              <a:schemeClr val="accent2"/>
            </a:gs>
          </a:gsLst>
          <a:lin ang="8100000" scaled="0"/>
        </a:gradFill>
        <a:effectLst/>
      </p:bgPr>
    </p:bg>
    <p:spTree>
      <p:nvGrpSpPr>
        <p:cNvPr id="1" name="Shape 77"/>
        <p:cNvGrpSpPr/>
        <p:nvPr/>
      </p:nvGrpSpPr>
      <p:grpSpPr>
        <a:xfrm>
          <a:off x="0" y="0"/>
          <a:ext cx="0" cy="0"/>
          <a:chOff x="0" y="0"/>
          <a:chExt cx="0" cy="0"/>
        </a:xfrm>
      </p:grpSpPr>
      <p:pic>
        <p:nvPicPr>
          <p:cNvPr id="78" name="Google Shape;78;p13"/>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79" name="Google Shape;79;p13"/>
          <p:cNvSpPr/>
          <p:nvPr/>
        </p:nvSpPr>
        <p:spPr>
          <a:xfrm>
            <a:off x="6096000" y="0"/>
            <a:ext cx="6096000"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80" name="Google Shape;80;p13"/>
          <p:cNvSpPr>
            <a:spLocks noGrp="1"/>
          </p:cNvSpPr>
          <p:nvPr>
            <p:ph type="pic" idx="2"/>
          </p:nvPr>
        </p:nvSpPr>
        <p:spPr>
          <a:xfrm>
            <a:off x="6092021" y="0"/>
            <a:ext cx="6099977" cy="6858000"/>
          </a:xfrm>
          <a:prstGeom prst="rect">
            <a:avLst/>
          </a:prstGeom>
          <a:noFill/>
          <a:ln>
            <a:noFill/>
          </a:ln>
        </p:spPr>
      </p:sp>
      <p:sp>
        <p:nvSpPr>
          <p:cNvPr id="81" name="Google Shape;81;p13"/>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
        <p:nvSpPr>
          <p:cNvPr id="83" name="Google Shape;83;p1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Green two third">
  <p:cSld name="Green two third">
    <p:bg>
      <p:bgPr>
        <a:gradFill>
          <a:gsLst>
            <a:gs pos="0">
              <a:schemeClr val="dk2"/>
            </a:gs>
            <a:gs pos="100000">
              <a:schemeClr val="accent2"/>
            </a:gs>
          </a:gsLst>
          <a:lin ang="8100000" scaled="0"/>
        </a:gradFill>
        <a:effectLst/>
      </p:bgPr>
    </p:bg>
    <p:spTree>
      <p:nvGrpSpPr>
        <p:cNvPr id="1" name="Shape 85"/>
        <p:cNvGrpSpPr/>
        <p:nvPr/>
      </p:nvGrpSpPr>
      <p:grpSpPr>
        <a:xfrm>
          <a:off x="0" y="0"/>
          <a:ext cx="0" cy="0"/>
          <a:chOff x="0" y="0"/>
          <a:chExt cx="0" cy="0"/>
        </a:xfrm>
      </p:grpSpPr>
      <p:pic>
        <p:nvPicPr>
          <p:cNvPr id="86" name="Google Shape;86;p14"/>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87" name="Google Shape;87;p14"/>
          <p:cNvSpPr/>
          <p:nvPr/>
        </p:nvSpPr>
        <p:spPr>
          <a:xfrm>
            <a:off x="7819543" y="0"/>
            <a:ext cx="4372457"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88" name="Google Shape;88;p14"/>
          <p:cNvSpPr>
            <a:spLocks noGrp="1"/>
          </p:cNvSpPr>
          <p:nvPr>
            <p:ph type="pic" idx="2"/>
          </p:nvPr>
        </p:nvSpPr>
        <p:spPr>
          <a:xfrm>
            <a:off x="7820025" y="0"/>
            <a:ext cx="4371975" cy="6858000"/>
          </a:xfrm>
          <a:prstGeom prst="rect">
            <a:avLst/>
          </a:prstGeom>
          <a:noFill/>
          <a:ln>
            <a:noFill/>
          </a:ln>
        </p:spPr>
      </p:sp>
      <p:sp>
        <p:nvSpPr>
          <p:cNvPr id="89" name="Google Shape;89;p1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4"/>
          <p:cNvSpPr txBox="1"/>
          <p:nvPr/>
        </p:nvSpPr>
        <p:spPr>
          <a:xfrm rot="-5400000">
            <a:off x="9486900" y="3916394"/>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91" name="Google Shape;91;p14"/>
          <p:cNvSpPr txBox="1">
            <a:spLocks noGrp="1"/>
          </p:cNvSpPr>
          <p:nvPr>
            <p:ph type="title"/>
          </p:nvPr>
        </p:nvSpPr>
        <p:spPr>
          <a:xfrm>
            <a:off x="630000" y="180465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Left arrow">
  <p:cSld name="Left arrow">
    <p:bg>
      <p:bgPr>
        <a:gradFill>
          <a:gsLst>
            <a:gs pos="0">
              <a:schemeClr val="dk2"/>
            </a:gs>
            <a:gs pos="100000">
              <a:schemeClr val="accent2"/>
            </a:gs>
          </a:gsLst>
          <a:lin ang="8100000" scaled="0"/>
        </a:gradFill>
        <a:effectLst/>
      </p:bgPr>
    </p:bg>
    <p:spTree>
      <p:nvGrpSpPr>
        <p:cNvPr id="1" name="Shape 93"/>
        <p:cNvGrpSpPr/>
        <p:nvPr/>
      </p:nvGrpSpPr>
      <p:grpSpPr>
        <a:xfrm>
          <a:off x="0" y="0"/>
          <a:ext cx="0" cy="0"/>
          <a:chOff x="0" y="0"/>
          <a:chExt cx="0" cy="0"/>
        </a:xfrm>
      </p:grpSpPr>
      <p:sp>
        <p:nvSpPr>
          <p:cNvPr id="94" name="Google Shape;94;p15"/>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95" name="Google Shape;95;p1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97" name="Google Shape;97;p1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98" name="Google Shape;98;p15"/>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15"/>
          <p:cNvPicPr preferRelativeResize="0"/>
          <p:nvPr/>
        </p:nvPicPr>
        <p:blipFill rotWithShape="1">
          <a:blip r:embed="rId2">
            <a:alphaModFix/>
          </a:blip>
          <a:srcRect/>
          <a:stretch/>
        </p:blipFill>
        <p:spPr>
          <a:xfrm>
            <a:off x="3132442" y="3590399"/>
            <a:ext cx="1365250" cy="3382962"/>
          </a:xfrm>
          <a:custGeom>
            <a:avLst/>
            <a:gdLst/>
            <a:ahLst/>
            <a:cxnLst/>
            <a:rect l="l" t="t" r="r" b="b"/>
            <a:pathLst>
              <a:path w="1365250" h="3382962" extrusionOk="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Arrow one third">
  <p:cSld name="Arrow one third">
    <p:bg>
      <p:bgPr>
        <a:gradFill>
          <a:gsLst>
            <a:gs pos="0">
              <a:schemeClr val="dk2"/>
            </a:gs>
            <a:gs pos="100000">
              <a:schemeClr val="accent2"/>
            </a:gs>
          </a:gsLst>
          <a:lin ang="8100000" scaled="0"/>
        </a:gradFill>
        <a:effectLst/>
      </p:bgPr>
    </p:bg>
    <p:spTree>
      <p:nvGrpSpPr>
        <p:cNvPr id="1" name="Shape 100"/>
        <p:cNvGrpSpPr/>
        <p:nvPr/>
      </p:nvGrpSpPr>
      <p:grpSpPr>
        <a:xfrm>
          <a:off x="0" y="0"/>
          <a:ext cx="0" cy="0"/>
          <a:chOff x="0" y="0"/>
          <a:chExt cx="0" cy="0"/>
        </a:xfrm>
      </p:grpSpPr>
      <p:sp>
        <p:nvSpPr>
          <p:cNvPr id="101" name="Google Shape;101;p1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102" name="Google Shape;102;p1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04" name="Google Shape;104;p16"/>
          <p:cNvSpPr/>
          <p:nvPr/>
        </p:nvSpPr>
        <p:spPr>
          <a:xfrm>
            <a:off x="1" y="0"/>
            <a:ext cx="5426920"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05" name="Google Shape;105;p16"/>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6" name="Google Shape;106;p16"/>
          <p:cNvPicPr preferRelativeResize="0"/>
          <p:nvPr/>
        </p:nvPicPr>
        <p:blipFill rotWithShape="1">
          <a:blip r:embed="rId2">
            <a:alphaModFix/>
          </a:blip>
          <a:srcRect/>
          <a:stretch/>
        </p:blipFill>
        <p:spPr>
          <a:xfrm>
            <a:off x="4581525" y="3394392"/>
            <a:ext cx="1298575" cy="3571875"/>
          </a:xfrm>
          <a:custGeom>
            <a:avLst/>
            <a:gdLst/>
            <a:ahLst/>
            <a:cxnLst/>
            <a:rect l="l" t="t" r="r" b="b"/>
            <a:pathLst>
              <a:path w="1298575" h="3571875" extrusionOk="0">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Green arrow one third">
  <p:cSld name="Green arrow one third">
    <p:bg>
      <p:bgPr>
        <a:solidFill>
          <a:srgbClr val="F2F2F2"/>
        </a:solidFill>
        <a:effectLst/>
      </p:bgPr>
    </p:bg>
    <p:spTree>
      <p:nvGrpSpPr>
        <p:cNvPr id="1" name="Shape 107"/>
        <p:cNvGrpSpPr/>
        <p:nvPr/>
      </p:nvGrpSpPr>
      <p:grpSpPr>
        <a:xfrm>
          <a:off x="0" y="0"/>
          <a:ext cx="0" cy="0"/>
          <a:chOff x="0" y="0"/>
          <a:chExt cx="0" cy="0"/>
        </a:xfrm>
      </p:grpSpPr>
      <p:sp>
        <p:nvSpPr>
          <p:cNvPr id="108" name="Google Shape;108;p17"/>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09" name="Google Shape;109;p17"/>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12" name="Google Shape;112;p1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113" name="Google Shape;113;p17"/>
          <p:cNvPicPr preferRelativeResize="0"/>
          <p:nvPr/>
        </p:nvPicPr>
        <p:blipFill rotWithShape="1">
          <a:blip r:embed="rId2">
            <a:alphaModFix/>
          </a:blip>
          <a:srcRect t="7561" b="6867"/>
          <a:stretch/>
        </p:blipFill>
        <p:spPr>
          <a:xfrm>
            <a:off x="3578059" y="3416300"/>
            <a:ext cx="2694666" cy="3441700"/>
          </a:xfrm>
          <a:custGeom>
            <a:avLst/>
            <a:gdLst/>
            <a:ahLst/>
            <a:cxnLst/>
            <a:rect l="l" t="t" r="r" b="b"/>
            <a:pathLst>
              <a:path w="2694666" h="3441700" extrusionOk="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Arrow half">
  <p:cSld name="Arrow half">
    <p:bg>
      <p:bgPr>
        <a:gradFill>
          <a:gsLst>
            <a:gs pos="0">
              <a:schemeClr val="dk2"/>
            </a:gs>
            <a:gs pos="100000">
              <a:schemeClr val="accent2"/>
            </a:gs>
          </a:gsLst>
          <a:lin ang="8100000" scaled="0"/>
        </a:gradFill>
        <a:effectLst/>
      </p:bgPr>
    </p:bg>
    <p:spTree>
      <p:nvGrpSpPr>
        <p:cNvPr id="1" name="Shape 114"/>
        <p:cNvGrpSpPr/>
        <p:nvPr/>
      </p:nvGrpSpPr>
      <p:grpSpPr>
        <a:xfrm>
          <a:off x="0" y="0"/>
          <a:ext cx="0" cy="0"/>
          <a:chOff x="0" y="0"/>
          <a:chExt cx="0" cy="0"/>
        </a:xfrm>
      </p:grpSpPr>
      <p:sp>
        <p:nvSpPr>
          <p:cNvPr id="115" name="Google Shape;115;p1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17" name="Google Shape;117;p1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18" name="Google Shape;118;p18"/>
          <p:cNvSpPr/>
          <p:nvPr/>
        </p:nvSpPr>
        <p:spPr>
          <a:xfrm>
            <a:off x="0" y="0"/>
            <a:ext cx="6363546"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19" name="Google Shape;119;p18"/>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20" name="Google Shape;120;p18"/>
          <p:cNvPicPr preferRelativeResize="0"/>
          <p:nvPr/>
        </p:nvPicPr>
        <p:blipFill rotWithShape="1">
          <a:blip r:embed="rId2">
            <a:alphaModFix/>
          </a:blip>
          <a:srcRect/>
          <a:stretch/>
        </p:blipFill>
        <p:spPr>
          <a:xfrm>
            <a:off x="5397806" y="3589606"/>
            <a:ext cx="1365250" cy="3382962"/>
          </a:xfrm>
          <a:custGeom>
            <a:avLst/>
            <a:gdLst/>
            <a:ahLst/>
            <a:cxnLst/>
            <a:rect l="l" t="t" r="r" b="b"/>
            <a:pathLst>
              <a:path w="1365250" h="3382962" extrusionOk="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Green arrow half">
  <p:cSld name="Green arrow half">
    <p:bg>
      <p:bgPr>
        <a:solidFill>
          <a:srgbClr val="F2F2F2"/>
        </a:solidFill>
        <a:effectLst/>
      </p:bgPr>
    </p:bg>
    <p:spTree>
      <p:nvGrpSpPr>
        <p:cNvPr id="1" name="Shape 121"/>
        <p:cNvGrpSpPr/>
        <p:nvPr/>
      </p:nvGrpSpPr>
      <p:grpSpPr>
        <a:xfrm>
          <a:off x="0" y="0"/>
          <a:ext cx="0" cy="0"/>
          <a:chOff x="0" y="0"/>
          <a:chExt cx="0" cy="0"/>
        </a:xfrm>
      </p:grpSpPr>
      <p:sp>
        <p:nvSpPr>
          <p:cNvPr id="122" name="Google Shape;122;p19"/>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23" name="Google Shape;123;p19"/>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1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26" name="Google Shape;126;p1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127" name="Google Shape;127;p19"/>
          <p:cNvPicPr preferRelativeResize="0"/>
          <p:nvPr/>
        </p:nvPicPr>
        <p:blipFill rotWithShape="1">
          <a:blip r:embed="rId2">
            <a:alphaModFix/>
          </a:blip>
          <a:srcRect t="9052" b="6866"/>
          <a:stretch/>
        </p:blipFill>
        <p:spPr>
          <a:xfrm rot="120000">
            <a:off x="4460172" y="3407803"/>
            <a:ext cx="2694666" cy="3456551"/>
          </a:xfrm>
          <a:custGeom>
            <a:avLst/>
            <a:gdLst/>
            <a:ahLst/>
            <a:cxnLst/>
            <a:rect l="l" t="t" r="r" b="b"/>
            <a:pathLst>
              <a:path w="2694666" h="3456551" extrusionOk="0">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Arrow two third">
  <p:cSld name="Arrow two third">
    <p:bg>
      <p:bgPr>
        <a:gradFill>
          <a:gsLst>
            <a:gs pos="0">
              <a:schemeClr val="dk2"/>
            </a:gs>
            <a:gs pos="100000">
              <a:schemeClr val="accent2"/>
            </a:gs>
          </a:gsLst>
          <a:lin ang="8100000" scaled="0"/>
        </a:gradFill>
        <a:effectLst/>
      </p:bgPr>
    </p:bg>
    <p:spTree>
      <p:nvGrpSpPr>
        <p:cNvPr id="1" name="Shape 128"/>
        <p:cNvGrpSpPr/>
        <p:nvPr/>
      </p:nvGrpSpPr>
      <p:grpSpPr>
        <a:xfrm>
          <a:off x="0" y="0"/>
          <a:ext cx="0" cy="0"/>
          <a:chOff x="0" y="0"/>
          <a:chExt cx="0" cy="0"/>
        </a:xfrm>
      </p:grpSpPr>
      <p:sp>
        <p:nvSpPr>
          <p:cNvPr id="129" name="Google Shape;129;p20"/>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130" name="Google Shape;130;p2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32" name="Google Shape;132;p2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33" name="Google Shape;133;p20"/>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4" name="Google Shape;134;p20"/>
          <p:cNvPicPr preferRelativeResize="0"/>
          <p:nvPr/>
        </p:nvPicPr>
        <p:blipFill rotWithShape="1">
          <a:blip r:embed="rId2">
            <a:alphaModFix/>
          </a:blip>
          <a:srcRect/>
          <a:stretch/>
        </p:blipFill>
        <p:spPr>
          <a:xfrm>
            <a:off x="7490339" y="3589606"/>
            <a:ext cx="1365250" cy="3382962"/>
          </a:xfrm>
          <a:custGeom>
            <a:avLst/>
            <a:gdLst/>
            <a:ahLst/>
            <a:cxnLst/>
            <a:rect l="l" t="t" r="r" b="b"/>
            <a:pathLst>
              <a:path w="1365250" h="3382962" extrusionOk="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Green arrow two third">
  <p:cSld name="Green arrow two third">
    <p:bg>
      <p:bgPr>
        <a:solidFill>
          <a:srgbClr val="F2F2F2"/>
        </a:solidFill>
        <a:effectLst/>
      </p:bgPr>
    </p:bg>
    <p:spTree>
      <p:nvGrpSpPr>
        <p:cNvPr id="1" name="Shape 135"/>
        <p:cNvGrpSpPr/>
        <p:nvPr/>
      </p:nvGrpSpPr>
      <p:grpSpPr>
        <a:xfrm>
          <a:off x="0" y="0"/>
          <a:ext cx="0" cy="0"/>
          <a:chOff x="0" y="0"/>
          <a:chExt cx="0" cy="0"/>
        </a:xfrm>
      </p:grpSpPr>
      <p:sp>
        <p:nvSpPr>
          <p:cNvPr id="136" name="Google Shape;136;p21"/>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137" name="Google Shape;137;p21"/>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40" name="Google Shape;140;p2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141" name="Google Shape;141;p21"/>
          <p:cNvPicPr preferRelativeResize="0"/>
          <p:nvPr/>
        </p:nvPicPr>
        <p:blipFill rotWithShape="1">
          <a:blip r:embed="rId2">
            <a:alphaModFix/>
          </a:blip>
          <a:srcRect t="9052" b="6866"/>
          <a:stretch/>
        </p:blipFill>
        <p:spPr>
          <a:xfrm rot="120000">
            <a:off x="6567628" y="3407803"/>
            <a:ext cx="2694666" cy="3456551"/>
          </a:xfrm>
          <a:custGeom>
            <a:avLst/>
            <a:gdLst/>
            <a:ahLst/>
            <a:cxnLst/>
            <a:rect l="l" t="t" r="r" b="b"/>
            <a:pathLst>
              <a:path w="2694666" h="3456551" extrusionOk="0">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Big statement green">
  <p:cSld name="Big statement green">
    <p:bg>
      <p:bgPr>
        <a:gradFill>
          <a:gsLst>
            <a:gs pos="0">
              <a:schemeClr val="dk2"/>
            </a:gs>
            <a:gs pos="100000">
              <a:schemeClr val="accent2"/>
            </a:gs>
          </a:gsLst>
          <a:lin ang="8100000" scaled="0"/>
        </a:gradFill>
        <a:effectLst/>
      </p:bgPr>
    </p:bg>
    <p:spTree>
      <p:nvGrpSpPr>
        <p:cNvPr id="1" name="Shape 142"/>
        <p:cNvGrpSpPr/>
        <p:nvPr/>
      </p:nvGrpSpPr>
      <p:grpSpPr>
        <a:xfrm>
          <a:off x="0" y="0"/>
          <a:ext cx="0" cy="0"/>
          <a:chOff x="0" y="0"/>
          <a:chExt cx="0" cy="0"/>
        </a:xfrm>
      </p:grpSpPr>
      <p:sp>
        <p:nvSpPr>
          <p:cNvPr id="143" name="Google Shape;143;p2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44" name="Google Shape;144;p2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46" name="Google Shape;146;p22"/>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statement icon">
  <p:cSld name="Big statement icon">
    <p:bg>
      <p:bgPr>
        <a:solidFill>
          <a:srgbClr val="F2F2F2"/>
        </a:solidFill>
        <a:effectLst/>
      </p:bgPr>
    </p:bg>
    <p:spTree>
      <p:nvGrpSpPr>
        <p:cNvPr id="1" name="Shape 147"/>
        <p:cNvGrpSpPr/>
        <p:nvPr/>
      </p:nvGrpSpPr>
      <p:grpSpPr>
        <a:xfrm>
          <a:off x="0" y="0"/>
          <a:ext cx="0" cy="0"/>
          <a:chOff x="0" y="0"/>
          <a:chExt cx="0" cy="0"/>
        </a:xfrm>
      </p:grpSpPr>
      <p:sp>
        <p:nvSpPr>
          <p:cNvPr id="148" name="Google Shape;148;p2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2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150" name="Google Shape;150;p23"/>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151" name="Google Shape;151;p23"/>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accent1"/>
        </a:solidFill>
        <a:effectLst/>
      </p:bgPr>
    </p:bg>
    <p:spTree>
      <p:nvGrpSpPr>
        <p:cNvPr id="1" name="Shape 152"/>
        <p:cNvGrpSpPr/>
        <p:nvPr/>
      </p:nvGrpSpPr>
      <p:grpSpPr>
        <a:xfrm>
          <a:off x="0" y="0"/>
          <a:ext cx="0" cy="0"/>
          <a:chOff x="0" y="0"/>
          <a:chExt cx="0" cy="0"/>
        </a:xfrm>
      </p:grpSpPr>
      <p:sp>
        <p:nvSpPr>
          <p:cNvPr id="153" name="Google Shape;153;p2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154" name="Google Shape;154;p24"/>
          <p:cNvPicPr preferRelativeResize="0"/>
          <p:nvPr/>
        </p:nvPicPr>
        <p:blipFill rotWithShape="1">
          <a:blip r:embed="rId2">
            <a:alphaModFix/>
          </a:blip>
          <a:srcRect r="3634" b="1257"/>
          <a:stretch/>
        </p:blipFill>
        <p:spPr>
          <a:xfrm rot="-5400000" flipH="1">
            <a:off x="6797461" y="101443"/>
            <a:ext cx="769257" cy="10019821"/>
          </a:xfrm>
          <a:custGeom>
            <a:avLst/>
            <a:gdLst/>
            <a:ahLst/>
            <a:cxnLst/>
            <a:rect l="l" t="t" r="r" b="b"/>
            <a:pathLst>
              <a:path w="769257" h="10019821" extrusionOk="0">
                <a:moveTo>
                  <a:pt x="0" y="0"/>
                </a:moveTo>
                <a:lnTo>
                  <a:pt x="0" y="4631160"/>
                </a:lnTo>
                <a:lnTo>
                  <a:pt x="216750" y="999646"/>
                </a:lnTo>
                <a:lnTo>
                  <a:pt x="197800" y="10019821"/>
                </a:lnTo>
                <a:lnTo>
                  <a:pt x="769257" y="10019821"/>
                </a:lnTo>
                <a:lnTo>
                  <a:pt x="769257" y="0"/>
                </a:lnTo>
                <a:close/>
              </a:path>
            </a:pathLst>
          </a:custGeom>
          <a:noFill/>
          <a:ln>
            <a:noFill/>
          </a:ln>
        </p:spPr>
      </p:pic>
      <p:sp>
        <p:nvSpPr>
          <p:cNvPr id="155" name="Google Shape;155;p24"/>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pecial gray">
  <p:cSld name="Special gray">
    <p:bg>
      <p:bgPr>
        <a:solidFill>
          <a:srgbClr val="2B2B2B"/>
        </a:solidFill>
        <a:effectLst/>
      </p:bgPr>
    </p:bg>
    <p:spTree>
      <p:nvGrpSpPr>
        <p:cNvPr id="1" name="Shape 156"/>
        <p:cNvGrpSpPr/>
        <p:nvPr/>
      </p:nvGrpSpPr>
      <p:grpSpPr>
        <a:xfrm>
          <a:off x="0" y="0"/>
          <a:ext cx="0" cy="0"/>
          <a:chOff x="0" y="0"/>
          <a:chExt cx="0" cy="0"/>
        </a:xfrm>
      </p:grpSpPr>
      <p:sp>
        <p:nvSpPr>
          <p:cNvPr id="157" name="Google Shape;157;p25"/>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58" name="Google Shape;158;p2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2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60" name="Google Shape;160;p25"/>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400"/>
              <a:buFont typeface="Trebuchet MS"/>
              <a:buNone/>
              <a:defRPr sz="3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161"/>
        <p:cNvGrpSpPr/>
        <p:nvPr/>
      </p:nvGrpSpPr>
      <p:grpSpPr>
        <a:xfrm>
          <a:off x="0" y="0"/>
          <a:ext cx="0" cy="0"/>
          <a:chOff x="0" y="0"/>
          <a:chExt cx="0" cy="0"/>
        </a:xfrm>
      </p:grpSpPr>
      <p:sp>
        <p:nvSpPr>
          <p:cNvPr id="162" name="Google Shape;162;p2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Blank green">
  <p:cSld name="Blank green">
    <p:bg>
      <p:bgPr>
        <a:gradFill>
          <a:gsLst>
            <a:gs pos="0">
              <a:schemeClr val="dk2"/>
            </a:gs>
            <a:gs pos="100000">
              <a:schemeClr val="accent2"/>
            </a:gs>
          </a:gsLst>
          <a:lin ang="8100000" scaled="0"/>
        </a:gradFill>
        <a:effectLst/>
      </p:bgPr>
    </p:bg>
    <p:spTree>
      <p:nvGrpSpPr>
        <p:cNvPr id="1" name="Shape 164"/>
        <p:cNvGrpSpPr/>
        <p:nvPr/>
      </p:nvGrpSpPr>
      <p:grpSpPr>
        <a:xfrm>
          <a:off x="0" y="0"/>
          <a:ext cx="0" cy="0"/>
          <a:chOff x="0" y="0"/>
          <a:chExt cx="0" cy="0"/>
        </a:xfrm>
      </p:grpSpPr>
      <p:sp>
        <p:nvSpPr>
          <p:cNvPr id="165" name="Google Shape;165;p27"/>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66" name="Google Shape;166;p2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2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laimer">
  <p:cSld name="Disclaimer">
    <p:bg>
      <p:bgPr>
        <a:solidFill>
          <a:schemeClr val="lt2"/>
        </a:solidFill>
        <a:effectLst/>
      </p:bgPr>
    </p:bg>
    <p:spTree>
      <p:nvGrpSpPr>
        <p:cNvPr id="1" name="Shape 168"/>
        <p:cNvGrpSpPr/>
        <p:nvPr/>
      </p:nvGrpSpPr>
      <p:grpSpPr>
        <a:xfrm>
          <a:off x="0" y="0"/>
          <a:ext cx="0" cy="0"/>
          <a:chOff x="0" y="0"/>
          <a:chExt cx="0" cy="0"/>
        </a:xfrm>
      </p:grpSpPr>
      <p:sp>
        <p:nvSpPr>
          <p:cNvPr id="169" name="Google Shape;169;p28"/>
          <p:cNvSpPr/>
          <p:nvPr/>
        </p:nvSpPr>
        <p:spPr>
          <a:xfrm>
            <a:off x="5021826" y="1664256"/>
            <a:ext cx="6209072" cy="3323987"/>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services and materials provided by Boston Consulting Group (BCG) are subject to BCG's Standard Terms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to update these materials after the date hereof, notwithstanding that such information may become outdated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or inaccurate.</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 </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endParaRPr/>
          </a:p>
          <a:p>
            <a:pPr marL="0" marR="0" lvl="0" indent="0" algn="l" rtl="0">
              <a:lnSpc>
                <a:spcPct val="100000"/>
              </a:lnSpc>
              <a:spcBef>
                <a:spcPts val="0"/>
              </a:spcBef>
              <a:spcAft>
                <a:spcPts val="0"/>
              </a:spcAft>
              <a:buNone/>
            </a:pPr>
            <a:endParaRPr sz="900" b="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chemeClr val="dk1"/>
              </a:buClr>
              <a:buSzPts val="900"/>
              <a:buFont typeface="Trebuchet MS"/>
              <a:buNone/>
            </a:pPr>
            <a:r>
              <a:rPr lang="en-US" sz="900" b="0">
                <a:solidFill>
                  <a:schemeClr val="dk1"/>
                </a:solidFill>
                <a:latin typeface="Trebuchet MS"/>
                <a:ea typeface="Trebuchet MS"/>
                <a:cs typeface="Trebuchet MS"/>
                <a:sym typeface="Trebuchet MS"/>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endParaRPr/>
          </a:p>
        </p:txBody>
      </p:sp>
      <p:sp>
        <p:nvSpPr>
          <p:cNvPr id="170" name="Google Shape;170;p28"/>
          <p:cNvSpPr txBox="1"/>
          <p:nvPr/>
        </p:nvSpPr>
        <p:spPr>
          <a:xfrm>
            <a:off x="639044" y="2973076"/>
            <a:ext cx="3199529" cy="70634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chemeClr val="dk2"/>
              </a:buClr>
              <a:buSzPts val="5100"/>
              <a:buFont typeface="Trebuchet MS"/>
              <a:buNone/>
            </a:pPr>
            <a:r>
              <a:rPr lang="en-US" sz="5100">
                <a:solidFill>
                  <a:schemeClr val="dk2"/>
                </a:solidFill>
                <a:latin typeface="Trebuchet MS"/>
                <a:ea typeface="Trebuchet MS"/>
                <a:cs typeface="Trebuchet MS"/>
                <a:sym typeface="Trebuchet MS"/>
              </a:rPr>
              <a:t>Disclaimer</a:t>
            </a:r>
            <a:endParaRPr/>
          </a:p>
        </p:txBody>
      </p:sp>
      <p:cxnSp>
        <p:nvCxnSpPr>
          <p:cNvPr id="171" name="Google Shape;171;p28"/>
          <p:cNvCxnSpPr/>
          <p:nvPr/>
        </p:nvCxnSpPr>
        <p:spPr>
          <a:xfrm>
            <a:off x="4367898" y="1630185"/>
            <a:ext cx="0" cy="3392129"/>
          </a:xfrm>
          <a:prstGeom prst="straightConnector1">
            <a:avLst/>
          </a:prstGeom>
          <a:noFill/>
          <a:ln w="9525" cap="flat" cmpd="sng">
            <a:solidFill>
              <a:schemeClr val="dk2"/>
            </a:solidFill>
            <a:prstDash val="solid"/>
            <a:miter lim="800000"/>
            <a:headEnd type="none" w="sm" len="sm"/>
            <a:tailEnd type="none" w="sm" len="sm"/>
          </a:ln>
        </p:spPr>
      </p:cxnSp>
      <p:sp>
        <p:nvSpPr>
          <p:cNvPr id="172" name="Google Shape;172;p2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2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End">
  <p:cSld name="End">
    <p:spTree>
      <p:nvGrpSpPr>
        <p:cNvPr id="1" name="Shape 174"/>
        <p:cNvGrpSpPr/>
        <p:nvPr/>
      </p:nvGrpSpPr>
      <p:grpSpPr>
        <a:xfrm>
          <a:off x="0" y="0"/>
          <a:ext cx="0" cy="0"/>
          <a:chOff x="0" y="0"/>
          <a:chExt cx="0" cy="0"/>
        </a:xfrm>
      </p:grpSpPr>
      <p:pic>
        <p:nvPicPr>
          <p:cNvPr id="175" name="Google Shape;175;p29"/>
          <p:cNvPicPr preferRelativeResize="0"/>
          <p:nvPr/>
        </p:nvPicPr>
        <p:blipFill rotWithShape="1">
          <a:blip r:embed="rId2">
            <a:alphaModFix/>
          </a:blip>
          <a:srcRect/>
          <a:stretch/>
        </p:blipFill>
        <p:spPr>
          <a:xfrm flipH="1">
            <a:off x="0" y="0"/>
            <a:ext cx="12192000" cy="6858000"/>
          </a:xfrm>
          <a:prstGeom prst="rect">
            <a:avLst/>
          </a:prstGeom>
          <a:noFill/>
          <a:ln>
            <a:noFill/>
          </a:ln>
        </p:spPr>
      </p:pic>
      <p:sp>
        <p:nvSpPr>
          <p:cNvPr id="176" name="Google Shape;176;p29"/>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177" name="Google Shape;177;p29"/>
          <p:cNvSpPr txBox="1"/>
          <p:nvPr/>
        </p:nvSpPr>
        <p:spPr>
          <a:xfrm>
            <a:off x="924979" y="5715178"/>
            <a:ext cx="840801" cy="17011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None/>
            </a:pPr>
            <a:r>
              <a:rPr lang="en-US" sz="1200">
                <a:solidFill>
                  <a:schemeClr val="lt1"/>
                </a:solidFill>
                <a:latin typeface="Trebuchet MS"/>
                <a:ea typeface="Trebuchet MS"/>
                <a:cs typeface="Trebuchet MS"/>
                <a:sym typeface="Trebuchet MS"/>
              </a:rPr>
              <a:t>bcg.com</a:t>
            </a:r>
            <a:endParaRPr/>
          </a:p>
        </p:txBody>
      </p:sp>
      <p:sp>
        <p:nvSpPr>
          <p:cNvPr id="178" name="Google Shape;178;p29"/>
          <p:cNvSpPr/>
          <p:nvPr/>
        </p:nvSpPr>
        <p:spPr>
          <a:xfrm>
            <a:off x="2676858" y="2969513"/>
            <a:ext cx="4033357" cy="842974"/>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Layout guide">
  <p:cSld name="Layout guide">
    <p:spTree>
      <p:nvGrpSpPr>
        <p:cNvPr id="1" name="Shape 179"/>
        <p:cNvGrpSpPr/>
        <p:nvPr/>
      </p:nvGrpSpPr>
      <p:grpSpPr>
        <a:xfrm>
          <a:off x="0" y="0"/>
          <a:ext cx="0" cy="0"/>
          <a:chOff x="0" y="0"/>
          <a:chExt cx="0" cy="0"/>
        </a:xfrm>
      </p:grpSpPr>
      <p:grpSp>
        <p:nvGrpSpPr>
          <p:cNvPr id="180" name="Google Shape;180;p30"/>
          <p:cNvGrpSpPr/>
          <p:nvPr/>
        </p:nvGrpSpPr>
        <p:grpSpPr>
          <a:xfrm>
            <a:off x="-600" y="-1"/>
            <a:ext cx="12193800" cy="6858001"/>
            <a:chOff x="-600" y="-1"/>
            <a:chExt cx="12193800" cy="6858001"/>
          </a:xfrm>
        </p:grpSpPr>
        <p:sp>
          <p:nvSpPr>
            <p:cNvPr id="181" name="Google Shape;181;p30"/>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182" name="Google Shape;182;p30"/>
            <p:cNvGrpSpPr/>
            <p:nvPr/>
          </p:nvGrpSpPr>
          <p:grpSpPr>
            <a:xfrm>
              <a:off x="-600" y="622800"/>
              <a:ext cx="12193200" cy="5536800"/>
              <a:chOff x="12623800" y="622800"/>
              <a:chExt cx="11176000" cy="5536800"/>
            </a:xfrm>
          </p:grpSpPr>
          <p:cxnSp>
            <p:nvCxnSpPr>
              <p:cNvPr id="183" name="Google Shape;183;p30"/>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4" name="Google Shape;184;p30"/>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5" name="Google Shape;185;p30"/>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6" name="Google Shape;186;p30"/>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7" name="Google Shape;187;p30"/>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8" name="Google Shape;188;p30"/>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9" name="Google Shape;189;p30"/>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0" name="Google Shape;190;p30"/>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1" name="Google Shape;191;p30"/>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2" name="Google Shape;192;p30"/>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3" name="Google Shape;193;p30"/>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4" name="Google Shape;194;p30"/>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5" name="Google Shape;195;p30"/>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6" name="Google Shape;196;p30"/>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7" name="Google Shape;197;p30"/>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8" name="Google Shape;198;p30"/>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9" name="Google Shape;199;p30"/>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0" name="Google Shape;200;p30"/>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1" name="Google Shape;201;p30"/>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2" name="Google Shape;202;p30"/>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203" name="Google Shape;203;p30"/>
            <p:cNvGrpSpPr/>
            <p:nvPr/>
          </p:nvGrpSpPr>
          <p:grpSpPr>
            <a:xfrm>
              <a:off x="1277000" y="623550"/>
              <a:ext cx="9638000" cy="5537047"/>
              <a:chOff x="1277000" y="623550"/>
              <a:chExt cx="9638000" cy="5537047"/>
            </a:xfrm>
          </p:grpSpPr>
          <p:sp>
            <p:nvSpPr>
              <p:cNvPr id="204" name="Google Shape;204;p30"/>
              <p:cNvSpPr/>
              <p:nvPr/>
            </p:nvSpPr>
            <p:spPr>
              <a:xfrm>
                <a:off x="688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5" name="Google Shape;205;p30"/>
              <p:cNvSpPr/>
              <p:nvPr/>
            </p:nvSpPr>
            <p:spPr>
              <a:xfrm>
                <a:off x="875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6" name="Google Shape;206;p30"/>
              <p:cNvSpPr/>
              <p:nvPr/>
            </p:nvSpPr>
            <p:spPr>
              <a:xfrm>
                <a:off x="782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7" name="Google Shape;207;p30"/>
              <p:cNvSpPr/>
              <p:nvPr/>
            </p:nvSpPr>
            <p:spPr>
              <a:xfrm>
                <a:off x="969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8" name="Google Shape;208;p30"/>
              <p:cNvSpPr/>
              <p:nvPr/>
            </p:nvSpPr>
            <p:spPr>
              <a:xfrm>
                <a:off x="1062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9" name="Google Shape;209;p30"/>
              <p:cNvSpPr/>
              <p:nvPr/>
            </p:nvSpPr>
            <p:spPr>
              <a:xfrm>
                <a:off x="595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0" name="Google Shape;210;p30"/>
              <p:cNvSpPr/>
              <p:nvPr/>
            </p:nvSpPr>
            <p:spPr>
              <a:xfrm>
                <a:off x="127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1" name="Google Shape;211;p30"/>
              <p:cNvSpPr/>
              <p:nvPr/>
            </p:nvSpPr>
            <p:spPr>
              <a:xfrm>
                <a:off x="221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2" name="Google Shape;212;p30"/>
              <p:cNvSpPr/>
              <p:nvPr/>
            </p:nvSpPr>
            <p:spPr>
              <a:xfrm>
                <a:off x="314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3" name="Google Shape;213;p30"/>
              <p:cNvSpPr/>
              <p:nvPr/>
            </p:nvSpPr>
            <p:spPr>
              <a:xfrm>
                <a:off x="408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4" name="Google Shape;214;p30"/>
              <p:cNvSpPr/>
              <p:nvPr/>
            </p:nvSpPr>
            <p:spPr>
              <a:xfrm>
                <a:off x="501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215" name="Google Shape;215;p30"/>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216" name="Google Shape;216;p30"/>
            <p:cNvSpPr/>
            <p:nvPr/>
          </p:nvSpPr>
          <p:spPr>
            <a:xfrm>
              <a:off x="629400" y="6159600"/>
              <a:ext cx="10933200" cy="378584"/>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7" name="Google Shape;217;p30"/>
            <p:cNvSpPr/>
            <p:nvPr/>
          </p:nvSpPr>
          <p:spPr>
            <a:xfrm>
              <a:off x="629400" y="1497600"/>
              <a:ext cx="10932229" cy="583200"/>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218" name="Google Shape;218;p30"/>
            <p:cNvGrpSpPr/>
            <p:nvPr/>
          </p:nvGrpSpPr>
          <p:grpSpPr>
            <a:xfrm>
              <a:off x="629400" y="5975122"/>
              <a:ext cx="10933200" cy="79536"/>
              <a:chOff x="629400" y="5975122"/>
              <a:chExt cx="10933200" cy="79536"/>
            </a:xfrm>
          </p:grpSpPr>
          <p:sp>
            <p:nvSpPr>
              <p:cNvPr id="219" name="Google Shape;219;p30"/>
              <p:cNvSpPr/>
              <p:nvPr/>
            </p:nvSpPr>
            <p:spPr>
              <a:xfrm>
                <a:off x="2880128" y="5975122"/>
                <a:ext cx="1930288"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0" name="Google Shape;220;p30"/>
              <p:cNvSpPr/>
              <p:nvPr/>
            </p:nvSpPr>
            <p:spPr>
              <a:xfrm>
                <a:off x="9626194"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1" name="Google Shape;221;p30"/>
              <p:cNvSpPr/>
              <p:nvPr/>
            </p:nvSpPr>
            <p:spPr>
              <a:xfrm>
                <a:off x="7372407"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2" name="Google Shape;222;p30"/>
              <p:cNvSpPr/>
              <p:nvPr/>
            </p:nvSpPr>
            <p:spPr>
              <a:xfrm>
                <a:off x="5127797" y="5975122"/>
                <a:ext cx="1927229"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3" name="Google Shape;223;p30"/>
              <p:cNvSpPr/>
              <p:nvPr/>
            </p:nvSpPr>
            <p:spPr>
              <a:xfrm>
                <a:off x="629400" y="5975122"/>
                <a:ext cx="1933347"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224" name="Google Shape;224;p30"/>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4901"/>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25" name="Google Shape;225;p30"/>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a:p>
          </p:txBody>
        </p:sp>
      </p:grpSp>
      <p:sp>
        <p:nvSpPr>
          <p:cNvPr id="226" name="Google Shape;226;p3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3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D. Title Slide">
  <p:cSld name="D. Title Slide">
    <p:spTree>
      <p:nvGrpSpPr>
        <p:cNvPr id="1" name="Shape 228"/>
        <p:cNvGrpSpPr/>
        <p:nvPr/>
      </p:nvGrpSpPr>
      <p:grpSpPr>
        <a:xfrm>
          <a:off x="0" y="0"/>
          <a:ext cx="0" cy="0"/>
          <a:chOff x="0" y="0"/>
          <a:chExt cx="0" cy="0"/>
        </a:xfrm>
      </p:grpSpPr>
      <p:sp>
        <p:nvSpPr>
          <p:cNvPr id="229" name="Google Shape;229;p31"/>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pic>
        <p:nvPicPr>
          <p:cNvPr id="230" name="Google Shape;230;p31"/>
          <p:cNvPicPr preferRelativeResize="0"/>
          <p:nvPr/>
        </p:nvPicPr>
        <p:blipFill rotWithShape="1">
          <a:blip r:embed="rId2">
            <a:alphaModFix/>
          </a:blip>
          <a:srcRect l="1731" t="8741" r="102" b="27"/>
          <a:stretch/>
        </p:blipFill>
        <p:spPr>
          <a:xfrm rot="-5400000" flipH="1">
            <a:off x="8471921" y="1973272"/>
            <a:ext cx="580573" cy="6858000"/>
          </a:xfrm>
          <a:prstGeom prst="rect">
            <a:avLst/>
          </a:prstGeom>
          <a:noFill/>
          <a:ln>
            <a:noFill/>
          </a:ln>
        </p:spPr>
      </p:pic>
      <p:pic>
        <p:nvPicPr>
          <p:cNvPr id="231" name="Google Shape;231;p31"/>
          <p:cNvPicPr preferRelativeResize="0"/>
          <p:nvPr/>
        </p:nvPicPr>
        <p:blipFill rotWithShape="1">
          <a:blip r:embed="rId3">
            <a:alphaModFix/>
          </a:blip>
          <a:srcRect b="23056"/>
          <a:stretch/>
        </p:blipFill>
        <p:spPr>
          <a:xfrm flipH="1">
            <a:off x="0" y="0"/>
            <a:ext cx="12192000" cy="5276850"/>
          </a:xfrm>
          <a:prstGeom prst="rect">
            <a:avLst/>
          </a:prstGeom>
          <a:noFill/>
          <a:ln>
            <a:noFill/>
          </a:ln>
        </p:spPr>
      </p:pic>
      <p:sp>
        <p:nvSpPr>
          <p:cNvPr id="232" name="Google Shape;232;p31"/>
          <p:cNvSpPr>
            <a:spLocks noGrp="1"/>
          </p:cNvSpPr>
          <p:nvPr>
            <p:ph type="pic" idx="2"/>
          </p:nvPr>
        </p:nvSpPr>
        <p:spPr>
          <a:xfrm>
            <a:off x="9366561" y="5570642"/>
            <a:ext cx="1867935" cy="896833"/>
          </a:xfrm>
          <a:prstGeom prst="rect">
            <a:avLst/>
          </a:prstGeom>
          <a:noFill/>
          <a:ln>
            <a:noFill/>
          </a:ln>
        </p:spPr>
      </p:sp>
      <p:sp>
        <p:nvSpPr>
          <p:cNvPr id="233" name="Google Shape;233;p31"/>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234" name="Google Shape;234;p31"/>
          <p:cNvSpPr txBox="1">
            <a:spLocks noGrp="1"/>
          </p:cNvSpPr>
          <p:nvPr>
            <p:ph type="body" idx="1"/>
          </p:nvPr>
        </p:nvSpPr>
        <p:spPr>
          <a:xfrm>
            <a:off x="1117415"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35" name="Google Shape;235;p31"/>
          <p:cNvSpPr txBox="1">
            <a:spLocks noGrp="1"/>
          </p:cNvSpPr>
          <p:nvPr>
            <p:ph type="subTitle" idx="3"/>
          </p:nvPr>
        </p:nvSpPr>
        <p:spPr>
          <a:xfrm>
            <a:off x="1117415"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236" name="Google Shape;236;p31"/>
          <p:cNvSpPr txBox="1">
            <a:spLocks noGrp="1"/>
          </p:cNvSpPr>
          <p:nvPr>
            <p:ph type="ctrTitle"/>
          </p:nvPr>
        </p:nvSpPr>
        <p:spPr>
          <a:xfrm>
            <a:off x="1117415"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31"/>
          <p:cNvSpPr/>
          <p:nvPr/>
        </p:nvSpPr>
        <p:spPr>
          <a:xfrm>
            <a:off x="1117415" y="1112679"/>
            <a:ext cx="2327644" cy="486479"/>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 Title Only">
  <p:cSld name="D. Title Only">
    <p:spTree>
      <p:nvGrpSpPr>
        <p:cNvPr id="1" name="Shape 238"/>
        <p:cNvGrpSpPr/>
        <p:nvPr/>
      </p:nvGrpSpPr>
      <p:grpSpPr>
        <a:xfrm>
          <a:off x="0" y="0"/>
          <a:ext cx="0" cy="0"/>
          <a:chOff x="0" y="0"/>
          <a:chExt cx="0" cy="0"/>
        </a:xfrm>
      </p:grpSpPr>
      <p:sp>
        <p:nvSpPr>
          <p:cNvPr id="239" name="Google Shape;239;p3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3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41" name="Google Shape;241;p32"/>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 Title and Text">
  <p:cSld name="D. Title and Text">
    <p:spTree>
      <p:nvGrpSpPr>
        <p:cNvPr id="1" name="Shape 242"/>
        <p:cNvGrpSpPr/>
        <p:nvPr/>
      </p:nvGrpSpPr>
      <p:grpSpPr>
        <a:xfrm>
          <a:off x="0" y="0"/>
          <a:ext cx="0" cy="0"/>
          <a:chOff x="0" y="0"/>
          <a:chExt cx="0" cy="0"/>
        </a:xfrm>
      </p:grpSpPr>
      <p:sp>
        <p:nvSpPr>
          <p:cNvPr id="243" name="Google Shape;243;p33"/>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33"/>
          <p:cNvSpPr txBox="1">
            <a:spLocks noGrp="1"/>
          </p:cNvSpPr>
          <p:nvPr>
            <p:ph type="body" idx="1"/>
          </p:nvPr>
        </p:nvSpPr>
        <p:spPr>
          <a:xfrm>
            <a:off x="629400" y="2085628"/>
            <a:ext cx="10933950" cy="4072976"/>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chemeClr val="dk1"/>
              </a:buClr>
              <a:buSzPts val="1200"/>
              <a:buChar char="​"/>
              <a:defRPr/>
            </a:lvl1pPr>
            <a:lvl2pPr marL="914400" lvl="1" indent="-304800" algn="l">
              <a:lnSpc>
                <a:spcPct val="100000"/>
              </a:lnSpc>
              <a:spcBef>
                <a:spcPts val="0"/>
              </a:spcBef>
              <a:spcAft>
                <a:spcPts val="0"/>
              </a:spcAft>
              <a:buSzPts val="1200"/>
              <a:buChar char="•"/>
              <a:defRPr/>
            </a:lvl2pPr>
            <a:lvl3pPr marL="1371600" lvl="2" indent="-304800" algn="l">
              <a:lnSpc>
                <a:spcPct val="100000"/>
              </a:lnSpc>
              <a:spcBef>
                <a:spcPts val="0"/>
              </a:spcBef>
              <a:spcAft>
                <a:spcPts val="0"/>
              </a:spcAft>
              <a:buSzPts val="1200"/>
              <a:buChar char="–"/>
              <a:defRPr/>
            </a:lvl3pPr>
            <a:lvl4pPr marL="1828800" lvl="3" indent="-330200" algn="l">
              <a:lnSpc>
                <a:spcPct val="100000"/>
              </a:lnSpc>
              <a:spcBef>
                <a:spcPts val="0"/>
              </a:spcBef>
              <a:spcAft>
                <a:spcPts val="0"/>
              </a:spcAft>
              <a:buSzPts val="1600"/>
              <a:buChar char="​"/>
              <a:defRPr/>
            </a:lvl4pPr>
            <a:lvl5pPr marL="2286000" lvl="4" indent="-330200" algn="l">
              <a:lnSpc>
                <a:spcPct val="100000"/>
              </a:lnSpc>
              <a:spcBef>
                <a:spcPts val="0"/>
              </a:spcBef>
              <a:spcAft>
                <a:spcPts val="0"/>
              </a:spcAft>
              <a:buClr>
                <a:schemeClr val="dk1"/>
              </a:buClr>
              <a:buSzPts val="1600"/>
              <a:buChar char="​"/>
              <a:defRPr/>
            </a:lvl5pPr>
            <a:lvl6pPr marL="2743200" lvl="5" indent="-342900" algn="l">
              <a:lnSpc>
                <a:spcPct val="90000"/>
              </a:lnSpc>
              <a:spcBef>
                <a:spcPts val="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45" name="Google Shape;245;p3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 Gray slice heading">
  <p:cSld name="D. Gray slice heading">
    <p:bg>
      <p:bgPr>
        <a:solidFill>
          <a:schemeClr val="lt1"/>
        </a:solidFill>
        <a:effectLst/>
      </p:bgPr>
    </p:bg>
    <p:spTree>
      <p:nvGrpSpPr>
        <p:cNvPr id="1" name="Shape 246"/>
        <p:cNvGrpSpPr/>
        <p:nvPr/>
      </p:nvGrpSpPr>
      <p:grpSpPr>
        <a:xfrm>
          <a:off x="0" y="0"/>
          <a:ext cx="0" cy="0"/>
          <a:chOff x="0" y="0"/>
          <a:chExt cx="0" cy="0"/>
        </a:xfrm>
      </p:grpSpPr>
      <p:sp>
        <p:nvSpPr>
          <p:cNvPr id="247" name="Google Shape;247;p3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3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49" name="Google Shape;249;p34"/>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50" name="Google Shape;250;p34"/>
          <p:cNvSpPr txBox="1">
            <a:spLocks noGrp="1"/>
          </p:cNvSpPr>
          <p:nvPr>
            <p:ph type="subTitle" idx="1"/>
          </p:nvPr>
        </p:nvSpPr>
        <p:spPr>
          <a:xfrm>
            <a:off x="630000" y="2158987"/>
            <a:ext cx="3744000" cy="541687"/>
          </a:xfrm>
          <a:prstGeom prst="rect">
            <a:avLst/>
          </a:prstGeom>
          <a:noFill/>
          <a:ln>
            <a:noFill/>
          </a:ln>
        </p:spPr>
        <p:txBody>
          <a:bodyPr spcFirstLastPara="1" wrap="square" lIns="0" tIns="0" rIns="0" bIns="0" anchor="t" anchorCtr="0">
            <a:noAutofit/>
          </a:bodyPr>
          <a:lstStyle>
            <a:lvl1pPr lvl="0" algn="l">
              <a:lnSpc>
                <a:spcPct val="110000"/>
              </a:lnSpc>
              <a:spcBef>
                <a:spcPts val="600"/>
              </a:spcBef>
              <a:spcAft>
                <a:spcPts val="0"/>
              </a:spcAft>
              <a:buClr>
                <a:schemeClr val="dk2"/>
              </a:buClr>
              <a:buSzPts val="1600"/>
              <a:buNone/>
              <a:defRPr sz="1600">
                <a:solidFill>
                  <a:schemeClr val="dk2"/>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251" name="Google Shape;251;p34"/>
          <p:cNvSpPr txBox="1">
            <a:spLocks noGrp="1"/>
          </p:cNvSpPr>
          <p:nvPr>
            <p:ph type="title"/>
          </p:nvPr>
        </p:nvSpPr>
        <p:spPr>
          <a:xfrm>
            <a:off x="630000" y="1227048"/>
            <a:ext cx="3744000" cy="66479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 Section header box">
  <p:cSld name="D. Section header box">
    <p:spTree>
      <p:nvGrpSpPr>
        <p:cNvPr id="1" name="Shape 252"/>
        <p:cNvGrpSpPr/>
        <p:nvPr/>
      </p:nvGrpSpPr>
      <p:grpSpPr>
        <a:xfrm>
          <a:off x="0" y="0"/>
          <a:ext cx="0" cy="0"/>
          <a:chOff x="0" y="0"/>
          <a:chExt cx="0" cy="0"/>
        </a:xfrm>
      </p:grpSpPr>
      <p:sp>
        <p:nvSpPr>
          <p:cNvPr id="253" name="Google Shape;253;p3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3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55" name="Google Shape;255;p35"/>
          <p:cNvSpPr txBox="1">
            <a:spLocks noGrp="1"/>
          </p:cNvSpPr>
          <p:nvPr>
            <p:ph type="title"/>
          </p:nvPr>
        </p:nvSpPr>
        <p:spPr>
          <a:xfrm>
            <a:off x="1284742" y="2668041"/>
            <a:ext cx="9620491" cy="3201026"/>
          </a:xfrm>
          <a:prstGeom prst="rect">
            <a:avLst/>
          </a:prstGeom>
          <a:noFill/>
          <a:ln>
            <a:noFill/>
          </a:ln>
        </p:spPr>
        <p:txBody>
          <a:bodyPr spcFirstLastPara="1" wrap="square" lIns="274300" tIns="274300" rIns="274300" bIns="137150" anchor="b" anchorCtr="0">
            <a:noAutofit/>
          </a:bodyPr>
          <a:lstStyle>
            <a:lvl1pPr lvl="0" algn="l">
              <a:lnSpc>
                <a:spcPct val="111111"/>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35"/>
          <p:cNvSpPr/>
          <p:nvPr/>
        </p:nvSpPr>
        <p:spPr>
          <a:xfrm>
            <a:off x="1280693" y="1424081"/>
            <a:ext cx="951721" cy="951721"/>
          </a:xfrm>
          <a:prstGeom prst="rect">
            <a:avLst/>
          </a:prstGeom>
          <a:noFill/>
          <a:ln w="10775"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D. Section header line">
  <p:cSld name="D. Section header line">
    <p:bg>
      <p:bgPr>
        <a:solidFill>
          <a:schemeClr val="lt1"/>
        </a:solidFill>
        <a:effectLst/>
      </p:bgPr>
    </p:bg>
    <p:spTree>
      <p:nvGrpSpPr>
        <p:cNvPr id="1" name="Shape 257"/>
        <p:cNvGrpSpPr/>
        <p:nvPr/>
      </p:nvGrpSpPr>
      <p:grpSpPr>
        <a:xfrm>
          <a:off x="0" y="0"/>
          <a:ext cx="0" cy="0"/>
          <a:chOff x="0" y="0"/>
          <a:chExt cx="0" cy="0"/>
        </a:xfrm>
      </p:grpSpPr>
      <p:sp>
        <p:nvSpPr>
          <p:cNvPr id="258" name="Google Shape;258;p3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36"/>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60" name="Google Shape;260;p36"/>
          <p:cNvCxnSpPr/>
          <p:nvPr/>
        </p:nvCxnSpPr>
        <p:spPr>
          <a:xfrm>
            <a:off x="630000" y="3680016"/>
            <a:ext cx="11558587" cy="0"/>
          </a:xfrm>
          <a:prstGeom prst="straightConnector1">
            <a:avLst/>
          </a:prstGeom>
          <a:noFill/>
          <a:ln w="19050" cap="flat" cmpd="sng">
            <a:solidFill>
              <a:schemeClr val="dk2"/>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 White one third">
  <p:cSld name="D. White one third">
    <p:bg>
      <p:bgPr>
        <a:gradFill>
          <a:gsLst>
            <a:gs pos="0">
              <a:schemeClr val="dk2"/>
            </a:gs>
            <a:gs pos="100000">
              <a:schemeClr val="accent2"/>
            </a:gs>
          </a:gsLst>
          <a:lin ang="8100000" scaled="0"/>
        </a:gradFill>
        <a:effectLst/>
      </p:bgPr>
    </p:bg>
    <p:spTree>
      <p:nvGrpSpPr>
        <p:cNvPr id="1" name="Shape 261"/>
        <p:cNvGrpSpPr/>
        <p:nvPr/>
      </p:nvGrpSpPr>
      <p:grpSpPr>
        <a:xfrm>
          <a:off x="0" y="0"/>
          <a:ext cx="0" cy="0"/>
          <a:chOff x="0" y="0"/>
          <a:chExt cx="0" cy="0"/>
        </a:xfrm>
      </p:grpSpPr>
      <p:pic>
        <p:nvPicPr>
          <p:cNvPr id="262" name="Google Shape;262;p37"/>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263" name="Google Shape;263;p3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3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65" name="Google Shape;265;p3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266" name="Google Shape;266;p37"/>
          <p:cNvSpPr/>
          <p:nvPr/>
        </p:nvSpPr>
        <p:spPr>
          <a:xfrm>
            <a:off x="0" y="0"/>
            <a:ext cx="4079508"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67" name="Google Shape;267;p37"/>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 Green highlight">
  <p:cSld name="D. Green highlight">
    <p:bg>
      <p:bgPr>
        <a:gradFill>
          <a:gsLst>
            <a:gs pos="0">
              <a:schemeClr val="dk2"/>
            </a:gs>
            <a:gs pos="100000">
              <a:schemeClr val="accent2"/>
            </a:gs>
          </a:gsLst>
          <a:lin ang="8100000" scaled="0"/>
        </a:gradFill>
        <a:effectLst/>
      </p:bgPr>
    </p:bg>
    <p:spTree>
      <p:nvGrpSpPr>
        <p:cNvPr id="1" name="Shape 268"/>
        <p:cNvGrpSpPr/>
        <p:nvPr/>
      </p:nvGrpSpPr>
      <p:grpSpPr>
        <a:xfrm>
          <a:off x="0" y="0"/>
          <a:ext cx="0" cy="0"/>
          <a:chOff x="0" y="0"/>
          <a:chExt cx="0" cy="0"/>
        </a:xfrm>
      </p:grpSpPr>
      <p:pic>
        <p:nvPicPr>
          <p:cNvPr id="269" name="Google Shape;269;p38"/>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270" name="Google Shape;270;p38"/>
          <p:cNvSpPr/>
          <p:nvPr/>
        </p:nvSpPr>
        <p:spPr>
          <a:xfrm>
            <a:off x="0" y="0"/>
            <a:ext cx="7171956"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71" name="Google Shape;271;p3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2" name="Google Shape;272;p3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73" name="Google Shape;273;p3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274" name="Google Shape;274;p38"/>
          <p:cNvSpPr txBox="1">
            <a:spLocks noGrp="1"/>
          </p:cNvSpPr>
          <p:nvPr>
            <p:ph type="title"/>
          </p:nvPr>
        </p:nvSpPr>
        <p:spPr>
          <a:xfrm>
            <a:off x="630000" y="622800"/>
            <a:ext cx="6276529"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D. Four column green">
  <p:cSld name="D. Four column green">
    <p:bg>
      <p:bgPr>
        <a:gradFill>
          <a:gsLst>
            <a:gs pos="0">
              <a:schemeClr val="dk2"/>
            </a:gs>
            <a:gs pos="100000">
              <a:schemeClr val="accent2"/>
            </a:gs>
          </a:gsLst>
          <a:lin ang="8100000" scaled="0"/>
        </a:gradFill>
        <a:effectLst/>
      </p:bgPr>
    </p:bg>
    <p:spTree>
      <p:nvGrpSpPr>
        <p:cNvPr id="1" name="Shape 275"/>
        <p:cNvGrpSpPr/>
        <p:nvPr/>
      </p:nvGrpSpPr>
      <p:grpSpPr>
        <a:xfrm>
          <a:off x="0" y="0"/>
          <a:ext cx="0" cy="0"/>
          <a:chOff x="0" y="0"/>
          <a:chExt cx="0" cy="0"/>
        </a:xfrm>
      </p:grpSpPr>
      <p:pic>
        <p:nvPicPr>
          <p:cNvPr id="276" name="Google Shape;276;p39"/>
          <p:cNvPicPr preferRelativeResize="0"/>
          <p:nvPr/>
        </p:nvPicPr>
        <p:blipFill rotWithShape="1">
          <a:blip r:embed="rId2">
            <a:alphaModFix/>
          </a:blip>
          <a:srcRect l="29398" t="8741" r="101" b="27"/>
          <a:stretch/>
        </p:blipFill>
        <p:spPr>
          <a:xfrm rot="10800000" flipH="1">
            <a:off x="9029246" y="0"/>
            <a:ext cx="416951" cy="6858000"/>
          </a:xfrm>
          <a:prstGeom prst="rect">
            <a:avLst/>
          </a:prstGeom>
          <a:noFill/>
          <a:ln>
            <a:noFill/>
          </a:ln>
        </p:spPr>
      </p:pic>
      <p:sp>
        <p:nvSpPr>
          <p:cNvPr id="277" name="Google Shape;277;p39"/>
          <p:cNvSpPr/>
          <p:nvPr/>
        </p:nvSpPr>
        <p:spPr>
          <a:xfrm>
            <a:off x="0" y="0"/>
            <a:ext cx="9034272"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78" name="Google Shape;278;p3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9" name="Google Shape;279;p3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280" name="Google Shape;280;p3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81" name="Google Shape;281;p39"/>
          <p:cNvSpPr txBox="1">
            <a:spLocks noGrp="1"/>
          </p:cNvSpPr>
          <p:nvPr>
            <p:ph type="title"/>
          </p:nvPr>
        </p:nvSpPr>
        <p:spPr>
          <a:xfrm>
            <a:off x="630000" y="622800"/>
            <a:ext cx="8101584"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D. Green one third">
  <p:cSld name="D. Green one third">
    <p:bg>
      <p:bgPr>
        <a:gradFill>
          <a:gsLst>
            <a:gs pos="0">
              <a:schemeClr val="dk2"/>
            </a:gs>
            <a:gs pos="100000">
              <a:schemeClr val="accent2"/>
            </a:gs>
          </a:gsLst>
          <a:lin ang="8100000" scaled="0"/>
        </a:gradFill>
        <a:effectLst/>
      </p:bgPr>
    </p:bg>
    <p:spTree>
      <p:nvGrpSpPr>
        <p:cNvPr id="1" name="Shape 282"/>
        <p:cNvGrpSpPr/>
        <p:nvPr/>
      </p:nvGrpSpPr>
      <p:grpSpPr>
        <a:xfrm>
          <a:off x="0" y="0"/>
          <a:ext cx="0" cy="0"/>
          <a:chOff x="0" y="0"/>
          <a:chExt cx="0" cy="0"/>
        </a:xfrm>
      </p:grpSpPr>
      <p:pic>
        <p:nvPicPr>
          <p:cNvPr id="283" name="Google Shape;283;p40"/>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284" name="Google Shape;284;p40"/>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400"/>
              <a:buFont typeface="Trebuchet MS"/>
              <a:buNone/>
              <a:defRPr sz="2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p40"/>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86" name="Google Shape;286;p4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p4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88" name="Google Shape;288;p4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D. Green half">
  <p:cSld name="D. Green half">
    <p:bg>
      <p:bgPr>
        <a:gradFill>
          <a:gsLst>
            <a:gs pos="0">
              <a:schemeClr val="dk2"/>
            </a:gs>
            <a:gs pos="100000">
              <a:schemeClr val="accent2"/>
            </a:gs>
          </a:gsLst>
          <a:lin ang="8100000" scaled="0"/>
        </a:gradFill>
        <a:effectLst/>
      </p:bgPr>
    </p:bg>
    <p:spTree>
      <p:nvGrpSpPr>
        <p:cNvPr id="1" name="Shape 289"/>
        <p:cNvGrpSpPr/>
        <p:nvPr/>
      </p:nvGrpSpPr>
      <p:grpSpPr>
        <a:xfrm>
          <a:off x="0" y="0"/>
          <a:ext cx="0" cy="0"/>
          <a:chOff x="0" y="0"/>
          <a:chExt cx="0" cy="0"/>
        </a:xfrm>
      </p:grpSpPr>
      <p:pic>
        <p:nvPicPr>
          <p:cNvPr id="290" name="Google Shape;290;p41"/>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291" name="Google Shape;291;p41"/>
          <p:cNvSpPr/>
          <p:nvPr/>
        </p:nvSpPr>
        <p:spPr>
          <a:xfrm>
            <a:off x="6096000" y="0"/>
            <a:ext cx="6096000"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92" name="Google Shape;292;p41"/>
          <p:cNvSpPr>
            <a:spLocks noGrp="1"/>
          </p:cNvSpPr>
          <p:nvPr>
            <p:ph type="pic" idx="2"/>
          </p:nvPr>
        </p:nvSpPr>
        <p:spPr>
          <a:xfrm>
            <a:off x="6092021" y="0"/>
            <a:ext cx="6099977" cy="6858000"/>
          </a:xfrm>
          <a:prstGeom prst="rect">
            <a:avLst/>
          </a:prstGeom>
          <a:noFill/>
          <a:ln>
            <a:noFill/>
          </a:ln>
        </p:spPr>
      </p:sp>
      <p:sp>
        <p:nvSpPr>
          <p:cNvPr id="293" name="Google Shape;293;p41"/>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4" name="Google Shape;294;p4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
        <p:nvSpPr>
          <p:cNvPr id="295" name="Google Shape;295;p4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6" name="Google Shape;296;p4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D. Green two third">
  <p:cSld name="D. Green two third">
    <p:bg>
      <p:bgPr>
        <a:gradFill>
          <a:gsLst>
            <a:gs pos="0">
              <a:schemeClr val="dk2"/>
            </a:gs>
            <a:gs pos="100000">
              <a:schemeClr val="accent2"/>
            </a:gs>
          </a:gsLst>
          <a:lin ang="8100000" scaled="0"/>
        </a:gradFill>
        <a:effectLst/>
      </p:bgPr>
    </p:bg>
    <p:spTree>
      <p:nvGrpSpPr>
        <p:cNvPr id="1" name="Shape 297"/>
        <p:cNvGrpSpPr/>
        <p:nvPr/>
      </p:nvGrpSpPr>
      <p:grpSpPr>
        <a:xfrm>
          <a:off x="0" y="0"/>
          <a:ext cx="0" cy="0"/>
          <a:chOff x="0" y="0"/>
          <a:chExt cx="0" cy="0"/>
        </a:xfrm>
      </p:grpSpPr>
      <p:pic>
        <p:nvPicPr>
          <p:cNvPr id="298" name="Google Shape;298;p42"/>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299" name="Google Shape;299;p42"/>
          <p:cNvSpPr/>
          <p:nvPr/>
        </p:nvSpPr>
        <p:spPr>
          <a:xfrm>
            <a:off x="7819543" y="0"/>
            <a:ext cx="4372457"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00" name="Google Shape;300;p42"/>
          <p:cNvSpPr>
            <a:spLocks noGrp="1"/>
          </p:cNvSpPr>
          <p:nvPr>
            <p:ph type="pic" idx="2"/>
          </p:nvPr>
        </p:nvSpPr>
        <p:spPr>
          <a:xfrm>
            <a:off x="7820025" y="0"/>
            <a:ext cx="4371975" cy="6858000"/>
          </a:xfrm>
          <a:prstGeom prst="rect">
            <a:avLst/>
          </a:prstGeom>
          <a:noFill/>
          <a:ln>
            <a:noFill/>
          </a:ln>
        </p:spPr>
      </p:sp>
      <p:sp>
        <p:nvSpPr>
          <p:cNvPr id="301" name="Google Shape;301;p4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4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303" name="Google Shape;303;p42"/>
          <p:cNvSpPr txBox="1">
            <a:spLocks noGrp="1"/>
          </p:cNvSpPr>
          <p:nvPr>
            <p:ph type="title"/>
          </p:nvPr>
        </p:nvSpPr>
        <p:spPr>
          <a:xfrm>
            <a:off x="630936" y="178560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4" name="Google Shape;304;p4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D. Left arrow">
  <p:cSld name="D. Left arrow">
    <p:bg>
      <p:bgPr>
        <a:gradFill>
          <a:gsLst>
            <a:gs pos="0">
              <a:schemeClr val="dk2"/>
            </a:gs>
            <a:gs pos="100000">
              <a:schemeClr val="accent2"/>
            </a:gs>
          </a:gsLst>
          <a:lin ang="8100000" scaled="0"/>
        </a:gradFill>
        <a:effectLst/>
      </p:bgPr>
    </p:bg>
    <p:spTree>
      <p:nvGrpSpPr>
        <p:cNvPr id="1" name="Shape 305"/>
        <p:cNvGrpSpPr/>
        <p:nvPr/>
      </p:nvGrpSpPr>
      <p:grpSpPr>
        <a:xfrm>
          <a:off x="0" y="0"/>
          <a:ext cx="0" cy="0"/>
          <a:chOff x="0" y="0"/>
          <a:chExt cx="0" cy="0"/>
        </a:xfrm>
      </p:grpSpPr>
      <p:sp>
        <p:nvSpPr>
          <p:cNvPr id="306" name="Google Shape;306;p43"/>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07" name="Google Shape;307;p4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4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09" name="Google Shape;309;p4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10" name="Google Shape;310;p43"/>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1" name="Google Shape;311;p43"/>
          <p:cNvPicPr preferRelativeResize="0"/>
          <p:nvPr/>
        </p:nvPicPr>
        <p:blipFill rotWithShape="1">
          <a:blip r:embed="rId2">
            <a:alphaModFix/>
          </a:blip>
          <a:srcRect/>
          <a:stretch/>
        </p:blipFill>
        <p:spPr>
          <a:xfrm>
            <a:off x="3132442" y="3590399"/>
            <a:ext cx="1365250" cy="3382962"/>
          </a:xfrm>
          <a:custGeom>
            <a:avLst/>
            <a:gdLst/>
            <a:ahLst/>
            <a:cxnLst/>
            <a:rect l="l" t="t" r="r" b="b"/>
            <a:pathLst>
              <a:path w="1365250" h="3382962" extrusionOk="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 Green left arrow">
  <p:cSld name="D. Green left arrow">
    <p:bg>
      <p:bgPr>
        <a:solidFill>
          <a:schemeClr val="lt1"/>
        </a:solidFill>
        <a:effectLst/>
      </p:bgPr>
    </p:bg>
    <p:spTree>
      <p:nvGrpSpPr>
        <p:cNvPr id="1" name="Shape 312"/>
        <p:cNvGrpSpPr/>
        <p:nvPr/>
      </p:nvGrpSpPr>
      <p:grpSpPr>
        <a:xfrm>
          <a:off x="0" y="0"/>
          <a:ext cx="0" cy="0"/>
          <a:chOff x="0" y="0"/>
          <a:chExt cx="0" cy="0"/>
        </a:xfrm>
      </p:grpSpPr>
      <p:sp>
        <p:nvSpPr>
          <p:cNvPr id="313" name="Google Shape;313;p44"/>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14" name="Google Shape;314;p44"/>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5" name="Google Shape;315;p4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6" name="Google Shape;316;p4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17" name="Google Shape;317;p4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18" name="Google Shape;318;p44"/>
          <p:cNvPicPr preferRelativeResize="0"/>
          <p:nvPr/>
        </p:nvPicPr>
        <p:blipFill rotWithShape="1">
          <a:blip r:embed="rId2">
            <a:alphaModFix/>
          </a:blip>
          <a:srcRect t="6216" b="7715"/>
          <a:stretch/>
        </p:blipFill>
        <p:spPr>
          <a:xfrm rot="120000">
            <a:off x="2174642" y="3402828"/>
            <a:ext cx="2694666" cy="3461745"/>
          </a:xfrm>
          <a:custGeom>
            <a:avLst/>
            <a:gdLst/>
            <a:ahLst/>
            <a:cxnLst/>
            <a:rect l="l" t="t" r="r" b="b"/>
            <a:pathLst>
              <a:path w="2694666" h="3461745" extrusionOk="0">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D. Arrow one third">
  <p:cSld name="D. Arrow one third">
    <p:bg>
      <p:bgPr>
        <a:gradFill>
          <a:gsLst>
            <a:gs pos="0">
              <a:schemeClr val="dk2"/>
            </a:gs>
            <a:gs pos="100000">
              <a:schemeClr val="accent2"/>
            </a:gs>
          </a:gsLst>
          <a:lin ang="8100000" scaled="0"/>
        </a:gradFill>
        <a:effectLst/>
      </p:bgPr>
    </p:bg>
    <p:spTree>
      <p:nvGrpSpPr>
        <p:cNvPr id="1" name="Shape 319"/>
        <p:cNvGrpSpPr/>
        <p:nvPr/>
      </p:nvGrpSpPr>
      <p:grpSpPr>
        <a:xfrm>
          <a:off x="0" y="0"/>
          <a:ext cx="0" cy="0"/>
          <a:chOff x="0" y="0"/>
          <a:chExt cx="0" cy="0"/>
        </a:xfrm>
      </p:grpSpPr>
      <p:sp>
        <p:nvSpPr>
          <p:cNvPr id="320" name="Google Shape;320;p4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321" name="Google Shape;321;p4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2" name="Google Shape;322;p4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23" name="Google Shape;323;p45"/>
          <p:cNvSpPr/>
          <p:nvPr/>
        </p:nvSpPr>
        <p:spPr>
          <a:xfrm>
            <a:off x="1" y="0"/>
            <a:ext cx="5426920"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24" name="Google Shape;324;p45"/>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25" name="Google Shape;325;p45"/>
          <p:cNvPicPr preferRelativeResize="0"/>
          <p:nvPr/>
        </p:nvPicPr>
        <p:blipFill rotWithShape="1">
          <a:blip r:embed="rId2">
            <a:alphaModFix/>
          </a:blip>
          <a:srcRect/>
          <a:stretch/>
        </p:blipFill>
        <p:spPr>
          <a:xfrm>
            <a:off x="4581525" y="3394392"/>
            <a:ext cx="1298575" cy="3571875"/>
          </a:xfrm>
          <a:custGeom>
            <a:avLst/>
            <a:gdLst/>
            <a:ahLst/>
            <a:cxnLst/>
            <a:rect l="l" t="t" r="r" b="b"/>
            <a:pathLst>
              <a:path w="1298575" h="3571875" extrusionOk="0">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D. Green arrow one third">
  <p:cSld name="D. Green arrow one third">
    <p:bg>
      <p:bgPr>
        <a:solidFill>
          <a:schemeClr val="lt1"/>
        </a:solidFill>
        <a:effectLst/>
      </p:bgPr>
    </p:bg>
    <p:spTree>
      <p:nvGrpSpPr>
        <p:cNvPr id="1" name="Shape 326"/>
        <p:cNvGrpSpPr/>
        <p:nvPr/>
      </p:nvGrpSpPr>
      <p:grpSpPr>
        <a:xfrm>
          <a:off x="0" y="0"/>
          <a:ext cx="0" cy="0"/>
          <a:chOff x="0" y="0"/>
          <a:chExt cx="0" cy="0"/>
        </a:xfrm>
      </p:grpSpPr>
      <p:sp>
        <p:nvSpPr>
          <p:cNvPr id="327" name="Google Shape;327;p46"/>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28" name="Google Shape;328;p46"/>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4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4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31" name="Google Shape;331;p4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32" name="Google Shape;332;p46"/>
          <p:cNvPicPr preferRelativeResize="0"/>
          <p:nvPr/>
        </p:nvPicPr>
        <p:blipFill rotWithShape="1">
          <a:blip r:embed="rId2">
            <a:alphaModFix/>
          </a:blip>
          <a:srcRect t="7561" b="6867"/>
          <a:stretch/>
        </p:blipFill>
        <p:spPr>
          <a:xfrm>
            <a:off x="3578059" y="3416300"/>
            <a:ext cx="2694666" cy="3441700"/>
          </a:xfrm>
          <a:custGeom>
            <a:avLst/>
            <a:gdLst/>
            <a:ahLst/>
            <a:cxnLst/>
            <a:rect l="l" t="t" r="r" b="b"/>
            <a:pathLst>
              <a:path w="2694666" h="3441700" extrusionOk="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D. Arrow half">
  <p:cSld name="D. Arrow half">
    <p:bg>
      <p:bgPr>
        <a:gradFill>
          <a:gsLst>
            <a:gs pos="0">
              <a:schemeClr val="dk2"/>
            </a:gs>
            <a:gs pos="100000">
              <a:schemeClr val="accent2"/>
            </a:gs>
          </a:gsLst>
          <a:lin ang="8100000" scaled="0"/>
        </a:gradFill>
        <a:effectLst/>
      </p:bgPr>
    </p:bg>
    <p:spTree>
      <p:nvGrpSpPr>
        <p:cNvPr id="1" name="Shape 333"/>
        <p:cNvGrpSpPr/>
        <p:nvPr/>
      </p:nvGrpSpPr>
      <p:grpSpPr>
        <a:xfrm>
          <a:off x="0" y="0"/>
          <a:ext cx="0" cy="0"/>
          <a:chOff x="0" y="0"/>
          <a:chExt cx="0" cy="0"/>
        </a:xfrm>
      </p:grpSpPr>
      <p:sp>
        <p:nvSpPr>
          <p:cNvPr id="334" name="Google Shape;334;p47"/>
          <p:cNvSpPr/>
          <p:nvPr/>
        </p:nvSpPr>
        <p:spPr>
          <a:xfrm>
            <a:off x="0" y="0"/>
            <a:ext cx="6363546"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35" name="Google Shape;335;p47"/>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4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4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38" name="Google Shape;338;p4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339" name="Google Shape;339;p47"/>
          <p:cNvPicPr preferRelativeResize="0"/>
          <p:nvPr/>
        </p:nvPicPr>
        <p:blipFill rotWithShape="1">
          <a:blip r:embed="rId2">
            <a:alphaModFix/>
          </a:blip>
          <a:srcRect/>
          <a:stretch/>
        </p:blipFill>
        <p:spPr>
          <a:xfrm>
            <a:off x="5397806" y="3589606"/>
            <a:ext cx="1365250" cy="3382962"/>
          </a:xfrm>
          <a:custGeom>
            <a:avLst/>
            <a:gdLst/>
            <a:ahLst/>
            <a:cxnLst/>
            <a:rect l="l" t="t" r="r" b="b"/>
            <a:pathLst>
              <a:path w="1365250" h="3382962" extrusionOk="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D. Green arrow half">
  <p:cSld name="D. Green arrow half">
    <p:bg>
      <p:bgPr>
        <a:solidFill>
          <a:schemeClr val="lt1"/>
        </a:solidFill>
        <a:effectLst/>
      </p:bgPr>
    </p:bg>
    <p:spTree>
      <p:nvGrpSpPr>
        <p:cNvPr id="1" name="Shape 340"/>
        <p:cNvGrpSpPr/>
        <p:nvPr/>
      </p:nvGrpSpPr>
      <p:grpSpPr>
        <a:xfrm>
          <a:off x="0" y="0"/>
          <a:ext cx="0" cy="0"/>
          <a:chOff x="0" y="0"/>
          <a:chExt cx="0" cy="0"/>
        </a:xfrm>
      </p:grpSpPr>
      <p:sp>
        <p:nvSpPr>
          <p:cNvPr id="341" name="Google Shape;341;p48"/>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42" name="Google Shape;342;p48"/>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3" name="Google Shape;343;p4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4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45" name="Google Shape;345;p4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46" name="Google Shape;346;p48"/>
          <p:cNvPicPr preferRelativeResize="0"/>
          <p:nvPr/>
        </p:nvPicPr>
        <p:blipFill rotWithShape="1">
          <a:blip r:embed="rId2">
            <a:alphaModFix/>
          </a:blip>
          <a:srcRect t="9052" b="6866"/>
          <a:stretch/>
        </p:blipFill>
        <p:spPr>
          <a:xfrm rot="120000">
            <a:off x="4460172" y="3407803"/>
            <a:ext cx="2694666" cy="3456551"/>
          </a:xfrm>
          <a:custGeom>
            <a:avLst/>
            <a:gdLst/>
            <a:ahLst/>
            <a:cxnLst/>
            <a:rect l="l" t="t" r="r" b="b"/>
            <a:pathLst>
              <a:path w="2694666" h="3456551" extrusionOk="0">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D. Arrow two third">
  <p:cSld name="D. Arrow two third">
    <p:bg>
      <p:bgPr>
        <a:gradFill>
          <a:gsLst>
            <a:gs pos="0">
              <a:schemeClr val="dk2"/>
            </a:gs>
            <a:gs pos="100000">
              <a:schemeClr val="accent2"/>
            </a:gs>
          </a:gsLst>
          <a:lin ang="8100000" scaled="0"/>
        </a:gradFill>
        <a:effectLst/>
      </p:bgPr>
    </p:bg>
    <p:spTree>
      <p:nvGrpSpPr>
        <p:cNvPr id="1" name="Shape 347"/>
        <p:cNvGrpSpPr/>
        <p:nvPr/>
      </p:nvGrpSpPr>
      <p:grpSpPr>
        <a:xfrm>
          <a:off x="0" y="0"/>
          <a:ext cx="0" cy="0"/>
          <a:chOff x="0" y="0"/>
          <a:chExt cx="0" cy="0"/>
        </a:xfrm>
      </p:grpSpPr>
      <p:sp>
        <p:nvSpPr>
          <p:cNvPr id="348" name="Google Shape;348;p49"/>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49" name="Google Shape;349;p4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4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51" name="Google Shape;351;p4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52" name="Google Shape;352;p49"/>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3" name="Google Shape;353;p49"/>
          <p:cNvPicPr preferRelativeResize="0"/>
          <p:nvPr/>
        </p:nvPicPr>
        <p:blipFill rotWithShape="1">
          <a:blip r:embed="rId2">
            <a:alphaModFix/>
          </a:blip>
          <a:srcRect/>
          <a:stretch/>
        </p:blipFill>
        <p:spPr>
          <a:xfrm>
            <a:off x="7490339" y="3589606"/>
            <a:ext cx="1365250" cy="3382962"/>
          </a:xfrm>
          <a:custGeom>
            <a:avLst/>
            <a:gdLst/>
            <a:ahLst/>
            <a:cxnLst/>
            <a:rect l="l" t="t" r="r" b="b"/>
            <a:pathLst>
              <a:path w="1365250" h="3382962" extrusionOk="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D. Green arrow two third">
  <p:cSld name="D. Green arrow two third">
    <p:bg>
      <p:bgPr>
        <a:solidFill>
          <a:schemeClr val="lt1"/>
        </a:solidFill>
        <a:effectLst/>
      </p:bgPr>
    </p:bg>
    <p:spTree>
      <p:nvGrpSpPr>
        <p:cNvPr id="1" name="Shape 354"/>
        <p:cNvGrpSpPr/>
        <p:nvPr/>
      </p:nvGrpSpPr>
      <p:grpSpPr>
        <a:xfrm>
          <a:off x="0" y="0"/>
          <a:ext cx="0" cy="0"/>
          <a:chOff x="0" y="0"/>
          <a:chExt cx="0" cy="0"/>
        </a:xfrm>
      </p:grpSpPr>
      <p:sp>
        <p:nvSpPr>
          <p:cNvPr id="355" name="Google Shape;355;p50"/>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56" name="Google Shape;356;p50"/>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7" name="Google Shape;357;p5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8" name="Google Shape;358;p5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59" name="Google Shape;359;p5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60" name="Google Shape;360;p50"/>
          <p:cNvPicPr preferRelativeResize="0"/>
          <p:nvPr/>
        </p:nvPicPr>
        <p:blipFill rotWithShape="1">
          <a:blip r:embed="rId2">
            <a:alphaModFix/>
          </a:blip>
          <a:srcRect t="9052" b="6866"/>
          <a:stretch/>
        </p:blipFill>
        <p:spPr>
          <a:xfrm rot="120000">
            <a:off x="6567628" y="3407803"/>
            <a:ext cx="2694666" cy="3456551"/>
          </a:xfrm>
          <a:custGeom>
            <a:avLst/>
            <a:gdLst/>
            <a:ahLst/>
            <a:cxnLst/>
            <a:rect l="l" t="t" r="r" b="b"/>
            <a:pathLst>
              <a:path w="2694666" h="3456551" extrusionOk="0">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D. Big statement green">
  <p:cSld name="D. Big statement green">
    <p:bg>
      <p:bgPr>
        <a:gradFill>
          <a:gsLst>
            <a:gs pos="0">
              <a:schemeClr val="dk2"/>
            </a:gs>
            <a:gs pos="100000">
              <a:schemeClr val="accent2"/>
            </a:gs>
          </a:gsLst>
          <a:lin ang="8100000" scaled="0"/>
        </a:gradFill>
        <a:effectLst/>
      </p:bgPr>
    </p:bg>
    <p:spTree>
      <p:nvGrpSpPr>
        <p:cNvPr id="1" name="Shape 361"/>
        <p:cNvGrpSpPr/>
        <p:nvPr/>
      </p:nvGrpSpPr>
      <p:grpSpPr>
        <a:xfrm>
          <a:off x="0" y="0"/>
          <a:ext cx="0" cy="0"/>
          <a:chOff x="0" y="0"/>
          <a:chExt cx="0" cy="0"/>
        </a:xfrm>
      </p:grpSpPr>
      <p:sp>
        <p:nvSpPr>
          <p:cNvPr id="362" name="Google Shape;362;p5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3" name="Google Shape;363;p5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64" name="Google Shape;364;p5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65" name="Google Shape;365;p51"/>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D. Big statement icon">
  <p:cSld name="D. Big statement icon">
    <p:bg>
      <p:bgPr>
        <a:solidFill>
          <a:schemeClr val="lt1"/>
        </a:solidFill>
        <a:effectLst/>
      </p:bgPr>
    </p:bg>
    <p:spTree>
      <p:nvGrpSpPr>
        <p:cNvPr id="1" name="Shape 366"/>
        <p:cNvGrpSpPr/>
        <p:nvPr/>
      </p:nvGrpSpPr>
      <p:grpSpPr>
        <a:xfrm>
          <a:off x="0" y="0"/>
          <a:ext cx="0" cy="0"/>
          <a:chOff x="0" y="0"/>
          <a:chExt cx="0" cy="0"/>
        </a:xfrm>
      </p:grpSpPr>
      <p:sp>
        <p:nvSpPr>
          <p:cNvPr id="367" name="Google Shape;367;p5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5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369" name="Google Shape;369;p52"/>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70" name="Google Shape;370;p52"/>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D. Quote">
  <p:cSld name="D. Quote">
    <p:bg>
      <p:bgPr>
        <a:solidFill>
          <a:schemeClr val="accent1"/>
        </a:solidFill>
        <a:effectLst/>
      </p:bgPr>
    </p:bg>
    <p:spTree>
      <p:nvGrpSpPr>
        <p:cNvPr id="1" name="Shape 371"/>
        <p:cNvGrpSpPr/>
        <p:nvPr/>
      </p:nvGrpSpPr>
      <p:grpSpPr>
        <a:xfrm>
          <a:off x="0" y="0"/>
          <a:ext cx="0" cy="0"/>
          <a:chOff x="0" y="0"/>
          <a:chExt cx="0" cy="0"/>
        </a:xfrm>
      </p:grpSpPr>
      <p:sp>
        <p:nvSpPr>
          <p:cNvPr id="372" name="Google Shape;372;p5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73" name="Google Shape;373;p5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74" name="Google Shape;374;p53"/>
          <p:cNvPicPr preferRelativeResize="0"/>
          <p:nvPr/>
        </p:nvPicPr>
        <p:blipFill rotWithShape="1">
          <a:blip r:embed="rId2">
            <a:alphaModFix/>
          </a:blip>
          <a:srcRect r="3634" b="1257"/>
          <a:stretch/>
        </p:blipFill>
        <p:spPr>
          <a:xfrm rot="-5400000" flipH="1">
            <a:off x="6797461" y="101443"/>
            <a:ext cx="769257" cy="10019821"/>
          </a:xfrm>
          <a:custGeom>
            <a:avLst/>
            <a:gdLst/>
            <a:ahLst/>
            <a:cxnLst/>
            <a:rect l="l" t="t" r="r" b="b"/>
            <a:pathLst>
              <a:path w="769257" h="10019821" extrusionOk="0">
                <a:moveTo>
                  <a:pt x="0" y="0"/>
                </a:moveTo>
                <a:lnTo>
                  <a:pt x="0" y="4631160"/>
                </a:lnTo>
                <a:lnTo>
                  <a:pt x="216750" y="999646"/>
                </a:lnTo>
                <a:lnTo>
                  <a:pt x="197800" y="10019821"/>
                </a:lnTo>
                <a:lnTo>
                  <a:pt x="769257" y="10019821"/>
                </a:lnTo>
                <a:lnTo>
                  <a:pt x="769257" y="0"/>
                </a:lnTo>
                <a:close/>
              </a:path>
            </a:pathLst>
          </a:custGeom>
          <a:noFill/>
          <a:ln>
            <a:noFill/>
          </a:ln>
        </p:spPr>
      </p:pic>
      <p:sp>
        <p:nvSpPr>
          <p:cNvPr id="375" name="Google Shape;375;p53"/>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D. Special gray">
  <p:cSld name="D. Special gray">
    <p:bg>
      <p:bgPr>
        <a:solidFill>
          <a:srgbClr val="2B2B2B"/>
        </a:solidFill>
        <a:effectLst/>
      </p:bgPr>
    </p:bg>
    <p:spTree>
      <p:nvGrpSpPr>
        <p:cNvPr id="1" name="Shape 376"/>
        <p:cNvGrpSpPr/>
        <p:nvPr/>
      </p:nvGrpSpPr>
      <p:grpSpPr>
        <a:xfrm>
          <a:off x="0" y="0"/>
          <a:ext cx="0" cy="0"/>
          <a:chOff x="0" y="0"/>
          <a:chExt cx="0" cy="0"/>
        </a:xfrm>
      </p:grpSpPr>
      <p:sp>
        <p:nvSpPr>
          <p:cNvPr id="377" name="Google Shape;377;p54"/>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78" name="Google Shape;378;p5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9" name="Google Shape;379;p5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80" name="Google Shape;380;p54"/>
          <p:cNvSpPr txBox="1">
            <a:spLocks noGrp="1"/>
          </p:cNvSpPr>
          <p:nvPr>
            <p:ph type="title"/>
          </p:nvPr>
        </p:nvSpPr>
        <p:spPr>
          <a:xfrm>
            <a:off x="630000" y="622800"/>
            <a:ext cx="1093320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2400"/>
              <a:buFont typeface="Trebuchet MS"/>
              <a:buNone/>
              <a:defRPr>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D. Table of contents">
  <p:cSld name="D. Table of contents">
    <p:bg>
      <p:bgPr>
        <a:gradFill>
          <a:gsLst>
            <a:gs pos="0">
              <a:schemeClr val="dk2"/>
            </a:gs>
            <a:gs pos="100000">
              <a:schemeClr val="accent2"/>
            </a:gs>
          </a:gsLst>
          <a:lin ang="8100000" scaled="0"/>
        </a:gradFill>
        <a:effectLst/>
      </p:bgPr>
    </p:bg>
    <p:spTree>
      <p:nvGrpSpPr>
        <p:cNvPr id="1" name="Shape 381"/>
        <p:cNvGrpSpPr/>
        <p:nvPr/>
      </p:nvGrpSpPr>
      <p:grpSpPr>
        <a:xfrm>
          <a:off x="0" y="0"/>
          <a:ext cx="0" cy="0"/>
          <a:chOff x="0" y="0"/>
          <a:chExt cx="0" cy="0"/>
        </a:xfrm>
      </p:grpSpPr>
      <p:sp>
        <p:nvSpPr>
          <p:cNvPr id="382" name="Google Shape;382;p55"/>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83" name="Google Shape;383;p55"/>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84" name="Google Shape;384;p55"/>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a:solidFill>
                  <a:schemeClr val="dk2"/>
                </a:solidFill>
                <a:latin typeface="Trebuchet MS"/>
                <a:ea typeface="Trebuchet MS"/>
                <a:cs typeface="Trebuchet MS"/>
                <a:sym typeface="Trebuchet MS"/>
              </a:rPr>
              <a:t>Table of contents</a:t>
            </a:r>
            <a:endParaRPr/>
          </a:p>
        </p:txBody>
      </p:sp>
      <p:sp>
        <p:nvSpPr>
          <p:cNvPr id="385" name="Google Shape;385;p5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p5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87" name="Google Shape;387;p5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388" name="Google Shape;388;p55"/>
          <p:cNvPicPr preferRelativeResize="0"/>
          <p:nvPr/>
        </p:nvPicPr>
        <p:blipFill rotWithShape="1">
          <a:blip r:embed="rId2">
            <a:alphaModFix/>
          </a:blip>
          <a:srcRect/>
          <a:stretch/>
        </p:blipFill>
        <p:spPr>
          <a:xfrm>
            <a:off x="3108638" y="3586748"/>
            <a:ext cx="1365250" cy="3382962"/>
          </a:xfrm>
          <a:custGeom>
            <a:avLst/>
            <a:gdLst/>
            <a:ahLst/>
            <a:cxnLst/>
            <a:rect l="l" t="t" r="r" b="b"/>
            <a:pathLst>
              <a:path w="1365250" h="3382962" extrusionOk="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D. Blank green">
  <p:cSld name="D. Blank green">
    <p:bg>
      <p:bgPr>
        <a:gradFill>
          <a:gsLst>
            <a:gs pos="0">
              <a:schemeClr val="dk2"/>
            </a:gs>
            <a:gs pos="100000">
              <a:schemeClr val="accent2"/>
            </a:gs>
          </a:gsLst>
          <a:lin ang="8100000" scaled="0"/>
        </a:gradFill>
        <a:effectLst/>
      </p:bgPr>
    </p:bg>
    <p:spTree>
      <p:nvGrpSpPr>
        <p:cNvPr id="1" name="Shape 389"/>
        <p:cNvGrpSpPr/>
        <p:nvPr/>
      </p:nvGrpSpPr>
      <p:grpSpPr>
        <a:xfrm>
          <a:off x="0" y="0"/>
          <a:ext cx="0" cy="0"/>
          <a:chOff x="0" y="0"/>
          <a:chExt cx="0" cy="0"/>
        </a:xfrm>
      </p:grpSpPr>
      <p:sp>
        <p:nvSpPr>
          <p:cNvPr id="390" name="Google Shape;390;p5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1" name="Google Shape;391;p5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92" name="Google Shape;392;p5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D. Blank">
  <p:cSld name="D. Blank">
    <p:bg>
      <p:bgPr>
        <a:solidFill>
          <a:schemeClr val="lt1"/>
        </a:solidFill>
        <a:effectLst/>
      </p:bgPr>
    </p:bg>
    <p:spTree>
      <p:nvGrpSpPr>
        <p:cNvPr id="1" name="Shape 393"/>
        <p:cNvGrpSpPr/>
        <p:nvPr/>
      </p:nvGrpSpPr>
      <p:grpSpPr>
        <a:xfrm>
          <a:off x="0" y="0"/>
          <a:ext cx="0" cy="0"/>
          <a:chOff x="0" y="0"/>
          <a:chExt cx="0" cy="0"/>
        </a:xfrm>
      </p:grpSpPr>
      <p:sp>
        <p:nvSpPr>
          <p:cNvPr id="394" name="Google Shape;394;p5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5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D. Disclaimer">
  <p:cSld name="D. Disclaimer">
    <p:spTree>
      <p:nvGrpSpPr>
        <p:cNvPr id="1" name="Shape 396"/>
        <p:cNvGrpSpPr/>
        <p:nvPr/>
      </p:nvGrpSpPr>
      <p:grpSpPr>
        <a:xfrm>
          <a:off x="0" y="0"/>
          <a:ext cx="0" cy="0"/>
          <a:chOff x="0" y="0"/>
          <a:chExt cx="0" cy="0"/>
        </a:xfrm>
      </p:grpSpPr>
      <p:sp>
        <p:nvSpPr>
          <p:cNvPr id="397" name="Google Shape;397;p58"/>
          <p:cNvSpPr/>
          <p:nvPr/>
        </p:nvSpPr>
        <p:spPr>
          <a:xfrm>
            <a:off x="5021826" y="1664256"/>
            <a:ext cx="6209072" cy="3323987"/>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services and materials provided by Boston Consulting Group (BCG) are subject to BCG's Standard Terms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to update these materials after the date hereof, notwithstanding that such information may become outdated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or inaccurate.</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 </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of this document shall be deemed agreement with and consideration for the foregoing.</a:t>
            </a:r>
            <a:endParaRPr/>
          </a:p>
          <a:p>
            <a:pPr marL="0" marR="0" lvl="0" indent="0" algn="l" rtl="0">
              <a:lnSpc>
                <a:spcPct val="100000"/>
              </a:lnSpc>
              <a:spcBef>
                <a:spcPts val="0"/>
              </a:spcBef>
              <a:spcAft>
                <a:spcPts val="0"/>
              </a:spcAft>
              <a:buNone/>
            </a:pPr>
            <a:endParaRPr sz="900" b="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chemeClr val="dk1"/>
              </a:buClr>
              <a:buSzPts val="900"/>
              <a:buFont typeface="Trebuchet MS"/>
              <a:buNone/>
            </a:pPr>
            <a:r>
              <a:rPr lang="en-US" sz="900" b="0">
                <a:solidFill>
                  <a:schemeClr val="dk1"/>
                </a:solidFill>
                <a:latin typeface="Trebuchet MS"/>
                <a:ea typeface="Trebuchet MS"/>
                <a:cs typeface="Trebuchet MS"/>
                <a:sym typeface="Trebuchet MS"/>
              </a:rPr>
              <a:t>BCG does not provide fairness opinions or valuations of market transactions, and these materials should not be relied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or operating assumptions will clearly impact the analyses and conclusions.</a:t>
            </a:r>
            <a:endParaRPr/>
          </a:p>
        </p:txBody>
      </p:sp>
      <p:sp>
        <p:nvSpPr>
          <p:cNvPr id="398" name="Google Shape;398;p58"/>
          <p:cNvSpPr txBox="1"/>
          <p:nvPr/>
        </p:nvSpPr>
        <p:spPr>
          <a:xfrm>
            <a:off x="639044" y="2973076"/>
            <a:ext cx="3199529" cy="70634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chemeClr val="dk2"/>
              </a:buClr>
              <a:buSzPts val="5100"/>
              <a:buFont typeface="Trebuchet MS"/>
              <a:buNone/>
            </a:pPr>
            <a:r>
              <a:rPr lang="en-US" sz="5100">
                <a:solidFill>
                  <a:schemeClr val="dk2"/>
                </a:solidFill>
                <a:latin typeface="Trebuchet MS"/>
                <a:ea typeface="Trebuchet MS"/>
                <a:cs typeface="Trebuchet MS"/>
                <a:sym typeface="Trebuchet MS"/>
              </a:rPr>
              <a:t>Disclaimer</a:t>
            </a:r>
            <a:endParaRPr/>
          </a:p>
        </p:txBody>
      </p:sp>
      <p:cxnSp>
        <p:nvCxnSpPr>
          <p:cNvPr id="399" name="Google Shape;399;p58"/>
          <p:cNvCxnSpPr/>
          <p:nvPr/>
        </p:nvCxnSpPr>
        <p:spPr>
          <a:xfrm>
            <a:off x="4367898" y="1630185"/>
            <a:ext cx="0" cy="3392129"/>
          </a:xfrm>
          <a:prstGeom prst="straightConnector1">
            <a:avLst/>
          </a:prstGeom>
          <a:noFill/>
          <a:ln w="9525" cap="flat" cmpd="sng">
            <a:solidFill>
              <a:schemeClr val="dk2"/>
            </a:solidFill>
            <a:prstDash val="solid"/>
            <a:miter lim="800000"/>
            <a:headEnd type="none" w="sm" len="sm"/>
            <a:tailEnd type="none" w="sm" len="sm"/>
          </a:ln>
        </p:spPr>
      </p:cxnSp>
      <p:sp>
        <p:nvSpPr>
          <p:cNvPr id="400" name="Google Shape;400;p5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5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D. End">
  <p:cSld name="D. End">
    <p:spTree>
      <p:nvGrpSpPr>
        <p:cNvPr id="1" name="Shape 402"/>
        <p:cNvGrpSpPr/>
        <p:nvPr/>
      </p:nvGrpSpPr>
      <p:grpSpPr>
        <a:xfrm>
          <a:off x="0" y="0"/>
          <a:ext cx="0" cy="0"/>
          <a:chOff x="0" y="0"/>
          <a:chExt cx="0" cy="0"/>
        </a:xfrm>
      </p:grpSpPr>
      <p:pic>
        <p:nvPicPr>
          <p:cNvPr id="403" name="Google Shape;403;p59"/>
          <p:cNvPicPr preferRelativeResize="0"/>
          <p:nvPr/>
        </p:nvPicPr>
        <p:blipFill rotWithShape="1">
          <a:blip r:embed="rId2">
            <a:alphaModFix/>
          </a:blip>
          <a:srcRect/>
          <a:stretch/>
        </p:blipFill>
        <p:spPr>
          <a:xfrm flipH="1">
            <a:off x="0" y="0"/>
            <a:ext cx="12192000" cy="6858000"/>
          </a:xfrm>
          <a:prstGeom prst="rect">
            <a:avLst/>
          </a:prstGeom>
          <a:noFill/>
          <a:ln>
            <a:noFill/>
          </a:ln>
        </p:spPr>
      </p:pic>
      <p:sp>
        <p:nvSpPr>
          <p:cNvPr id="404" name="Google Shape;404;p59"/>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405" name="Google Shape;405;p59"/>
          <p:cNvSpPr txBox="1"/>
          <p:nvPr/>
        </p:nvSpPr>
        <p:spPr>
          <a:xfrm>
            <a:off x="924979" y="5715178"/>
            <a:ext cx="840801" cy="17011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None/>
            </a:pPr>
            <a:r>
              <a:rPr lang="en-US" sz="1200">
                <a:solidFill>
                  <a:schemeClr val="lt1"/>
                </a:solidFill>
                <a:latin typeface="Trebuchet MS"/>
                <a:ea typeface="Trebuchet MS"/>
                <a:cs typeface="Trebuchet MS"/>
                <a:sym typeface="Trebuchet MS"/>
              </a:rPr>
              <a:t>bcg.com</a:t>
            </a:r>
            <a:endParaRPr/>
          </a:p>
        </p:txBody>
      </p:sp>
      <p:sp>
        <p:nvSpPr>
          <p:cNvPr id="406" name="Google Shape;406;p59"/>
          <p:cNvSpPr/>
          <p:nvPr/>
        </p:nvSpPr>
        <p:spPr>
          <a:xfrm>
            <a:off x="2676857" y="2969513"/>
            <a:ext cx="4033357" cy="842974"/>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 Layout guide">
  <p:cSld name="D. Layout guide">
    <p:spTree>
      <p:nvGrpSpPr>
        <p:cNvPr id="1" name="Shape 407"/>
        <p:cNvGrpSpPr/>
        <p:nvPr/>
      </p:nvGrpSpPr>
      <p:grpSpPr>
        <a:xfrm>
          <a:off x="0" y="0"/>
          <a:ext cx="0" cy="0"/>
          <a:chOff x="0" y="0"/>
          <a:chExt cx="0" cy="0"/>
        </a:xfrm>
      </p:grpSpPr>
      <p:grpSp>
        <p:nvGrpSpPr>
          <p:cNvPr id="408" name="Google Shape;408;p60"/>
          <p:cNvGrpSpPr/>
          <p:nvPr/>
        </p:nvGrpSpPr>
        <p:grpSpPr>
          <a:xfrm>
            <a:off x="-600" y="-1"/>
            <a:ext cx="12193800" cy="6858001"/>
            <a:chOff x="-600" y="-1"/>
            <a:chExt cx="12193800" cy="6858001"/>
          </a:xfrm>
        </p:grpSpPr>
        <p:sp>
          <p:nvSpPr>
            <p:cNvPr id="409" name="Google Shape;409;p60"/>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410" name="Google Shape;410;p60"/>
            <p:cNvGrpSpPr/>
            <p:nvPr/>
          </p:nvGrpSpPr>
          <p:grpSpPr>
            <a:xfrm>
              <a:off x="-600" y="622800"/>
              <a:ext cx="12193200" cy="5536800"/>
              <a:chOff x="12623800" y="622800"/>
              <a:chExt cx="11176000" cy="5536800"/>
            </a:xfrm>
          </p:grpSpPr>
          <p:cxnSp>
            <p:nvCxnSpPr>
              <p:cNvPr id="411" name="Google Shape;411;p60"/>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2" name="Google Shape;412;p60"/>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3" name="Google Shape;413;p60"/>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4" name="Google Shape;414;p60"/>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5" name="Google Shape;415;p60"/>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6" name="Google Shape;416;p60"/>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7" name="Google Shape;417;p60"/>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8" name="Google Shape;418;p60"/>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9" name="Google Shape;419;p60"/>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0" name="Google Shape;420;p60"/>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1" name="Google Shape;421;p60"/>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2" name="Google Shape;422;p60"/>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3" name="Google Shape;423;p60"/>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4" name="Google Shape;424;p60"/>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5" name="Google Shape;425;p60"/>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6" name="Google Shape;426;p60"/>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7" name="Google Shape;427;p60"/>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8" name="Google Shape;428;p60"/>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9" name="Google Shape;429;p60"/>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30" name="Google Shape;430;p60"/>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431" name="Google Shape;431;p60"/>
            <p:cNvGrpSpPr/>
            <p:nvPr/>
          </p:nvGrpSpPr>
          <p:grpSpPr>
            <a:xfrm>
              <a:off x="1277000" y="623550"/>
              <a:ext cx="9638000" cy="5537047"/>
              <a:chOff x="1277000" y="623550"/>
              <a:chExt cx="9638000" cy="5537047"/>
            </a:xfrm>
          </p:grpSpPr>
          <p:sp>
            <p:nvSpPr>
              <p:cNvPr id="432" name="Google Shape;432;p60"/>
              <p:cNvSpPr/>
              <p:nvPr/>
            </p:nvSpPr>
            <p:spPr>
              <a:xfrm>
                <a:off x="688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3" name="Google Shape;433;p60"/>
              <p:cNvSpPr/>
              <p:nvPr/>
            </p:nvSpPr>
            <p:spPr>
              <a:xfrm>
                <a:off x="875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4" name="Google Shape;434;p60"/>
              <p:cNvSpPr/>
              <p:nvPr/>
            </p:nvSpPr>
            <p:spPr>
              <a:xfrm>
                <a:off x="782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5" name="Google Shape;435;p60"/>
              <p:cNvSpPr/>
              <p:nvPr/>
            </p:nvSpPr>
            <p:spPr>
              <a:xfrm>
                <a:off x="969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6" name="Google Shape;436;p60"/>
              <p:cNvSpPr/>
              <p:nvPr/>
            </p:nvSpPr>
            <p:spPr>
              <a:xfrm>
                <a:off x="1062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7" name="Google Shape;437;p60"/>
              <p:cNvSpPr/>
              <p:nvPr/>
            </p:nvSpPr>
            <p:spPr>
              <a:xfrm>
                <a:off x="595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8" name="Google Shape;438;p60"/>
              <p:cNvSpPr/>
              <p:nvPr/>
            </p:nvSpPr>
            <p:spPr>
              <a:xfrm>
                <a:off x="127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9" name="Google Shape;439;p60"/>
              <p:cNvSpPr/>
              <p:nvPr/>
            </p:nvSpPr>
            <p:spPr>
              <a:xfrm>
                <a:off x="221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0" name="Google Shape;440;p60"/>
              <p:cNvSpPr/>
              <p:nvPr/>
            </p:nvSpPr>
            <p:spPr>
              <a:xfrm>
                <a:off x="314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1" name="Google Shape;441;p60"/>
              <p:cNvSpPr/>
              <p:nvPr/>
            </p:nvSpPr>
            <p:spPr>
              <a:xfrm>
                <a:off x="408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2" name="Google Shape;442;p60"/>
              <p:cNvSpPr/>
              <p:nvPr/>
            </p:nvSpPr>
            <p:spPr>
              <a:xfrm>
                <a:off x="501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443" name="Google Shape;443;p60"/>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444" name="Google Shape;444;p60"/>
            <p:cNvSpPr/>
            <p:nvPr/>
          </p:nvSpPr>
          <p:spPr>
            <a:xfrm>
              <a:off x="629400" y="6159600"/>
              <a:ext cx="10933200" cy="378584"/>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5" name="Google Shape;445;p60"/>
            <p:cNvSpPr/>
            <p:nvPr/>
          </p:nvSpPr>
          <p:spPr>
            <a:xfrm>
              <a:off x="629400" y="1497600"/>
              <a:ext cx="10932229" cy="583200"/>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446" name="Google Shape;446;p60"/>
            <p:cNvGrpSpPr/>
            <p:nvPr/>
          </p:nvGrpSpPr>
          <p:grpSpPr>
            <a:xfrm>
              <a:off x="629400" y="5975122"/>
              <a:ext cx="10933200" cy="79536"/>
              <a:chOff x="629400" y="5975122"/>
              <a:chExt cx="10933200" cy="79536"/>
            </a:xfrm>
          </p:grpSpPr>
          <p:sp>
            <p:nvSpPr>
              <p:cNvPr id="447" name="Google Shape;447;p60"/>
              <p:cNvSpPr/>
              <p:nvPr/>
            </p:nvSpPr>
            <p:spPr>
              <a:xfrm>
                <a:off x="2880128" y="5975122"/>
                <a:ext cx="1930288"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8" name="Google Shape;448;p60"/>
              <p:cNvSpPr/>
              <p:nvPr/>
            </p:nvSpPr>
            <p:spPr>
              <a:xfrm>
                <a:off x="9626194"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9" name="Google Shape;449;p60"/>
              <p:cNvSpPr/>
              <p:nvPr/>
            </p:nvSpPr>
            <p:spPr>
              <a:xfrm>
                <a:off x="7372407"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50" name="Google Shape;450;p60"/>
              <p:cNvSpPr/>
              <p:nvPr/>
            </p:nvSpPr>
            <p:spPr>
              <a:xfrm>
                <a:off x="5127797" y="5975122"/>
                <a:ext cx="1927229"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51" name="Google Shape;451;p60"/>
              <p:cNvSpPr/>
              <p:nvPr/>
            </p:nvSpPr>
            <p:spPr>
              <a:xfrm>
                <a:off x="629400" y="5975122"/>
                <a:ext cx="1933347"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452" name="Google Shape;452;p60"/>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4901"/>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53" name="Google Shape;453;p60"/>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a:p>
          </p:txBody>
        </p:sp>
      </p:grpSp>
      <p:sp>
        <p:nvSpPr>
          <p:cNvPr id="454" name="Google Shape;454;p6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5" name="Google Shape;455;p6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Agenda Section Header Overview">
  <p:cSld name="Agenda Section Header Overview">
    <p:bg>
      <p:bgPr>
        <a:gradFill>
          <a:gsLst>
            <a:gs pos="0">
              <a:schemeClr val="dk2"/>
            </a:gs>
            <a:gs pos="100000">
              <a:schemeClr val="accent2"/>
            </a:gs>
          </a:gsLst>
          <a:lin ang="8100000" scaled="0"/>
        </a:gradFill>
        <a:effectLst/>
      </p:bgPr>
    </p:bg>
    <p:spTree>
      <p:nvGrpSpPr>
        <p:cNvPr id="1" name="Shape 456"/>
        <p:cNvGrpSpPr/>
        <p:nvPr/>
      </p:nvGrpSpPr>
      <p:grpSpPr>
        <a:xfrm>
          <a:off x="0" y="0"/>
          <a:ext cx="0" cy="0"/>
          <a:chOff x="0" y="0"/>
          <a:chExt cx="0" cy="0"/>
        </a:xfrm>
      </p:grpSpPr>
      <p:sp>
        <p:nvSpPr>
          <p:cNvPr id="457" name="Google Shape;457;p61"/>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58" name="Google Shape;458;p6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459" name="Google Shape;459;p61"/>
          <p:cNvSpPr/>
          <p:nvPr/>
        </p:nvSpPr>
        <p:spPr>
          <a:xfrm>
            <a:off x="1388145" y="4691187"/>
            <a:ext cx="929337" cy="995874"/>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460" name="Google Shape;460;p61"/>
          <p:cNvSpPr/>
          <p:nvPr/>
        </p:nvSpPr>
        <p:spPr>
          <a:xfrm>
            <a:off x="2509482" y="4691187"/>
            <a:ext cx="1570152" cy="1468176"/>
          </a:xfrm>
          <a:prstGeom prst="rect">
            <a:avLst/>
          </a:prstGeom>
          <a:noFill/>
          <a:ln w="9525" cap="flat" cmpd="sng">
            <a:solidFill>
              <a:srgbClr val="FFFFFF"/>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461" name="Google Shape;461;p61"/>
          <p:cNvSpPr txBox="1"/>
          <p:nvPr/>
        </p:nvSpPr>
        <p:spPr>
          <a:xfrm>
            <a:off x="630000" y="907199"/>
            <a:ext cx="3448800" cy="3488400"/>
          </a:xfrm>
          <a:prstGeom prst="rect">
            <a:avLst/>
          </a:prstGeom>
          <a:noFill/>
          <a:ln w="9525" cap="flat" cmpd="sng">
            <a:solidFill>
              <a:schemeClr val="lt1"/>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None/>
            </a:pPr>
            <a:endParaRPr sz="5400">
              <a:solidFill>
                <a:schemeClr val="lt1"/>
              </a:solidFill>
              <a:latin typeface="Trebuchet MS"/>
              <a:ea typeface="Trebuchet MS"/>
              <a:cs typeface="Trebuchet MS"/>
              <a:sym typeface="Trebuchet MS"/>
            </a:endParaRPr>
          </a:p>
        </p:txBody>
      </p:sp>
      <p:sp>
        <p:nvSpPr>
          <p:cNvPr id="462" name="Google Shape;462;p61"/>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None/>
            </a:pPr>
            <a:r>
              <a:rPr lang="en-US" sz="5400">
                <a:solidFill>
                  <a:schemeClr val="lt1"/>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Agenda Section Header">
  <p:cSld name="Agenda Section Header">
    <p:bg>
      <p:bgPr>
        <a:gradFill>
          <a:gsLst>
            <a:gs pos="0">
              <a:schemeClr val="dk2"/>
            </a:gs>
            <a:gs pos="100000">
              <a:schemeClr val="accent2"/>
            </a:gs>
          </a:gsLst>
          <a:lin ang="8100000" scaled="0"/>
        </a:gradFill>
        <a:effectLst/>
      </p:bgPr>
    </p:bg>
    <p:spTree>
      <p:nvGrpSpPr>
        <p:cNvPr id="1" name="Shape 463"/>
        <p:cNvGrpSpPr/>
        <p:nvPr/>
      </p:nvGrpSpPr>
      <p:grpSpPr>
        <a:xfrm>
          <a:off x="0" y="0"/>
          <a:ext cx="0" cy="0"/>
          <a:chOff x="0" y="0"/>
          <a:chExt cx="0" cy="0"/>
        </a:xfrm>
      </p:grpSpPr>
      <p:sp>
        <p:nvSpPr>
          <p:cNvPr id="464" name="Google Shape;464;p62"/>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65" name="Google Shape;465;p6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466" name="Google Shape;466;p62"/>
          <p:cNvSpPr/>
          <p:nvPr/>
        </p:nvSpPr>
        <p:spPr>
          <a:xfrm>
            <a:off x="1284743" y="1428131"/>
            <a:ext cx="947672" cy="947672"/>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67" name="Google Shape;467;p62"/>
          <p:cNvSpPr/>
          <p:nvPr/>
        </p:nvSpPr>
        <p:spPr>
          <a:xfrm>
            <a:off x="1285200" y="2667600"/>
            <a:ext cx="9619200" cy="3200400"/>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000">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Agenda Full Width Overview">
  <p:cSld name="Agenda Full Width Overview">
    <p:bg>
      <p:bgPr>
        <a:gradFill>
          <a:gsLst>
            <a:gs pos="0">
              <a:schemeClr val="dk2"/>
            </a:gs>
            <a:gs pos="100000">
              <a:schemeClr val="accent2"/>
            </a:gs>
          </a:gsLst>
          <a:lin ang="8100000" scaled="0"/>
        </a:gradFill>
        <a:effectLst/>
      </p:bgPr>
    </p:bg>
    <p:spTree>
      <p:nvGrpSpPr>
        <p:cNvPr id="1" name="Shape 468"/>
        <p:cNvGrpSpPr/>
        <p:nvPr/>
      </p:nvGrpSpPr>
      <p:grpSpPr>
        <a:xfrm>
          <a:off x="0" y="0"/>
          <a:ext cx="0" cy="0"/>
          <a:chOff x="0" y="0"/>
          <a:chExt cx="0" cy="0"/>
        </a:xfrm>
      </p:grpSpPr>
      <p:sp>
        <p:nvSpPr>
          <p:cNvPr id="469" name="Google Shape;469;p63"/>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70" name="Google Shape;470;p6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471" name="Google Shape;471;p63"/>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lt1"/>
              </a:buClr>
              <a:buSzPts val="3400"/>
              <a:buFont typeface="Trebuchet MS"/>
              <a:buNone/>
            </a:pPr>
            <a:r>
              <a:rPr lang="en-US" sz="3400" b="0" i="0" u="none">
                <a:solidFill>
                  <a:schemeClr val="lt1"/>
                </a:solidFill>
                <a:latin typeface="Trebuchet MS"/>
                <a:ea typeface="Trebuchet MS"/>
                <a:cs typeface="Trebuchet MS"/>
                <a:sym typeface="Trebuchet MS"/>
              </a:rPr>
              <a:t>Agenda</a:t>
            </a:r>
            <a:endParaRPr/>
          </a:p>
        </p:txBody>
      </p:sp>
      <p:cxnSp>
        <p:nvCxnSpPr>
          <p:cNvPr id="472" name="Google Shape;472;p63"/>
          <p:cNvCxnSpPr/>
          <p:nvPr/>
        </p:nvCxnSpPr>
        <p:spPr>
          <a:xfrm>
            <a:off x="618898" y="1206000"/>
            <a:ext cx="11576304"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Agenda Two-Thirds">
  <p:cSld name="Agenda Two-Thirds">
    <p:bg>
      <p:bgPr>
        <a:gradFill>
          <a:gsLst>
            <a:gs pos="0">
              <a:schemeClr val="dk2"/>
            </a:gs>
            <a:gs pos="100000">
              <a:schemeClr val="accent2"/>
            </a:gs>
          </a:gsLst>
          <a:lin ang="8100000" scaled="0"/>
        </a:gradFill>
        <a:effectLst/>
      </p:bgPr>
    </p:bg>
    <p:spTree>
      <p:nvGrpSpPr>
        <p:cNvPr id="1" name="Shape 473"/>
        <p:cNvGrpSpPr/>
        <p:nvPr/>
      </p:nvGrpSpPr>
      <p:grpSpPr>
        <a:xfrm>
          <a:off x="0" y="0"/>
          <a:ext cx="0" cy="0"/>
          <a:chOff x="0" y="0"/>
          <a:chExt cx="0" cy="0"/>
        </a:xfrm>
      </p:grpSpPr>
      <p:pic>
        <p:nvPicPr>
          <p:cNvPr id="474" name="Google Shape;474;p64"/>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475" name="Google Shape;475;p64"/>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76" name="Google Shape;476;p6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77" name="Google Shape;477;p6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478" name="Google Shape;478;p64"/>
          <p:cNvSpPr txBox="1"/>
          <p:nvPr/>
        </p:nvSpPr>
        <p:spPr>
          <a:xfrm>
            <a:off x="630000" y="3207715"/>
            <a:ext cx="1547143" cy="4431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a:solidFill>
                  <a:schemeClr val="lt1"/>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Agenda D. Section Header Overview">
  <p:cSld name="Agenda D. Section Header Overview">
    <p:bg>
      <p:bgPr>
        <a:solidFill>
          <a:schemeClr val="lt1"/>
        </a:solidFill>
        <a:effectLst/>
      </p:bgPr>
    </p:bg>
    <p:spTree>
      <p:nvGrpSpPr>
        <p:cNvPr id="1" name="Shape 479"/>
        <p:cNvGrpSpPr/>
        <p:nvPr/>
      </p:nvGrpSpPr>
      <p:grpSpPr>
        <a:xfrm>
          <a:off x="0" y="0"/>
          <a:ext cx="0" cy="0"/>
          <a:chOff x="0" y="0"/>
          <a:chExt cx="0" cy="0"/>
        </a:xfrm>
      </p:grpSpPr>
      <p:sp>
        <p:nvSpPr>
          <p:cNvPr id="480" name="Google Shape;480;p6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81" name="Google Shape;481;p65"/>
          <p:cNvSpPr/>
          <p:nvPr/>
        </p:nvSpPr>
        <p:spPr>
          <a:xfrm>
            <a:off x="1388145" y="4691187"/>
            <a:ext cx="929337" cy="995874"/>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482" name="Google Shape;482;p65"/>
          <p:cNvSpPr/>
          <p:nvPr/>
        </p:nvSpPr>
        <p:spPr>
          <a:xfrm>
            <a:off x="2509482" y="4691187"/>
            <a:ext cx="1570152" cy="1468176"/>
          </a:xfrm>
          <a:prstGeom prst="rect">
            <a:avLst/>
          </a:prstGeom>
          <a:noFill/>
          <a:ln w="9525" cap="flat" cmpd="sng">
            <a:solidFill>
              <a:schemeClr val="accent4"/>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483" name="Google Shape;483;p65"/>
          <p:cNvSpPr txBox="1"/>
          <p:nvPr/>
        </p:nvSpPr>
        <p:spPr>
          <a:xfrm>
            <a:off x="630000" y="907198"/>
            <a:ext cx="3448800" cy="3488400"/>
          </a:xfrm>
          <a:prstGeom prst="rect">
            <a:avLst/>
          </a:prstGeom>
          <a:noFill/>
          <a:ln w="9525" cap="flat" cmpd="sng">
            <a:solidFill>
              <a:schemeClr val="accent4"/>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None/>
            </a:pPr>
            <a:endParaRPr sz="5400">
              <a:solidFill>
                <a:schemeClr val="accent4"/>
              </a:solidFill>
              <a:latin typeface="Trebuchet MS"/>
              <a:ea typeface="Trebuchet MS"/>
              <a:cs typeface="Trebuchet MS"/>
              <a:sym typeface="Trebuchet MS"/>
            </a:endParaRPr>
          </a:p>
        </p:txBody>
      </p:sp>
      <p:sp>
        <p:nvSpPr>
          <p:cNvPr id="484" name="Google Shape;484;p65"/>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None/>
            </a:pPr>
            <a:r>
              <a:rPr lang="en-US" sz="5400">
                <a:solidFill>
                  <a:schemeClr val="accent4"/>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genda D. Section Header">
  <p:cSld name="Agenda D. Section Header">
    <p:bg>
      <p:bgPr>
        <a:solidFill>
          <a:schemeClr val="lt1"/>
        </a:solidFill>
        <a:effectLst/>
      </p:bgPr>
    </p:bg>
    <p:spTree>
      <p:nvGrpSpPr>
        <p:cNvPr id="1" name="Shape 485"/>
        <p:cNvGrpSpPr/>
        <p:nvPr/>
      </p:nvGrpSpPr>
      <p:grpSpPr>
        <a:xfrm>
          <a:off x="0" y="0"/>
          <a:ext cx="0" cy="0"/>
          <a:chOff x="0" y="0"/>
          <a:chExt cx="0" cy="0"/>
        </a:xfrm>
      </p:grpSpPr>
      <p:sp>
        <p:nvSpPr>
          <p:cNvPr id="486" name="Google Shape;486;p6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87" name="Google Shape;487;p66"/>
          <p:cNvSpPr/>
          <p:nvPr/>
        </p:nvSpPr>
        <p:spPr>
          <a:xfrm>
            <a:off x="1284743" y="1428131"/>
            <a:ext cx="947672" cy="947672"/>
          </a:xfrm>
          <a:prstGeom prst="rect">
            <a:avLst/>
          </a:prstGeom>
          <a:no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88" name="Google Shape;488;p66"/>
          <p:cNvSpPr/>
          <p:nvPr/>
        </p:nvSpPr>
        <p:spPr>
          <a:xfrm>
            <a:off x="1285200" y="2667600"/>
            <a:ext cx="9619200" cy="3200400"/>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000">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genda D. Full Width Overview">
  <p:cSld name="Agenda D. Full Width Overview">
    <p:bg>
      <p:bgPr>
        <a:solidFill>
          <a:schemeClr val="lt1"/>
        </a:solidFill>
        <a:effectLst/>
      </p:bgPr>
    </p:bg>
    <p:spTree>
      <p:nvGrpSpPr>
        <p:cNvPr id="1" name="Shape 489"/>
        <p:cNvGrpSpPr/>
        <p:nvPr/>
      </p:nvGrpSpPr>
      <p:grpSpPr>
        <a:xfrm>
          <a:off x="0" y="0"/>
          <a:ext cx="0" cy="0"/>
          <a:chOff x="0" y="0"/>
          <a:chExt cx="0" cy="0"/>
        </a:xfrm>
      </p:grpSpPr>
      <p:sp>
        <p:nvSpPr>
          <p:cNvPr id="490" name="Google Shape;490;p6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91" name="Google Shape;491;p67"/>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4"/>
              </a:buClr>
              <a:buSzPts val="3400"/>
              <a:buFont typeface="Trebuchet MS"/>
              <a:buNone/>
            </a:pPr>
            <a:r>
              <a:rPr lang="en-US" sz="3400" b="0" i="0" u="none">
                <a:solidFill>
                  <a:schemeClr val="accent4"/>
                </a:solidFill>
                <a:latin typeface="Trebuchet MS"/>
                <a:ea typeface="Trebuchet MS"/>
                <a:cs typeface="Trebuchet MS"/>
                <a:sym typeface="Trebuchet MS"/>
              </a:rPr>
              <a:t>Agenda</a:t>
            </a:r>
            <a:endParaRPr/>
          </a:p>
        </p:txBody>
      </p:sp>
      <p:cxnSp>
        <p:nvCxnSpPr>
          <p:cNvPr id="492" name="Google Shape;492;p67"/>
          <p:cNvCxnSpPr/>
          <p:nvPr/>
        </p:nvCxnSpPr>
        <p:spPr>
          <a:xfrm>
            <a:off x="618898" y="1206000"/>
            <a:ext cx="11576304"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Agenda D. Two-Thirds">
  <p:cSld name="Agenda D. Two-Thirds">
    <p:bg>
      <p:bgPr>
        <a:gradFill>
          <a:gsLst>
            <a:gs pos="0">
              <a:schemeClr val="dk2"/>
            </a:gs>
            <a:gs pos="100000">
              <a:schemeClr val="accent2"/>
            </a:gs>
          </a:gsLst>
          <a:lin ang="8100000" scaled="0"/>
        </a:gradFill>
        <a:effectLst/>
      </p:bgPr>
    </p:bg>
    <p:spTree>
      <p:nvGrpSpPr>
        <p:cNvPr id="1" name="Shape 493"/>
        <p:cNvGrpSpPr/>
        <p:nvPr/>
      </p:nvGrpSpPr>
      <p:grpSpPr>
        <a:xfrm>
          <a:off x="0" y="0"/>
          <a:ext cx="0" cy="0"/>
          <a:chOff x="0" y="0"/>
          <a:chExt cx="0" cy="0"/>
        </a:xfrm>
      </p:grpSpPr>
      <p:pic>
        <p:nvPicPr>
          <p:cNvPr id="494" name="Google Shape;494;p68"/>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495" name="Google Shape;495;p68"/>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96" name="Google Shape;496;p6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97" name="Google Shape;497;p6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498" name="Google Shape;498;p68"/>
          <p:cNvSpPr txBox="1"/>
          <p:nvPr/>
        </p:nvSpPr>
        <p:spPr>
          <a:xfrm>
            <a:off x="630000" y="3262145"/>
            <a:ext cx="1161047" cy="3323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2400">
                <a:solidFill>
                  <a:schemeClr val="lt1"/>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Agenda D. Table of Contents">
  <p:cSld name="Agenda D. Table of Contents">
    <p:bg>
      <p:bgPr>
        <a:gradFill>
          <a:gsLst>
            <a:gs pos="0">
              <a:schemeClr val="dk2"/>
            </a:gs>
            <a:gs pos="100000">
              <a:schemeClr val="accent2"/>
            </a:gs>
          </a:gsLst>
          <a:lin ang="8100000" scaled="0"/>
        </a:gradFill>
        <a:effectLst/>
      </p:bgPr>
    </p:bg>
    <p:spTree>
      <p:nvGrpSpPr>
        <p:cNvPr id="1" name="Shape 499"/>
        <p:cNvGrpSpPr/>
        <p:nvPr/>
      </p:nvGrpSpPr>
      <p:grpSpPr>
        <a:xfrm>
          <a:off x="0" y="0"/>
          <a:ext cx="0" cy="0"/>
          <a:chOff x="0" y="0"/>
          <a:chExt cx="0" cy="0"/>
        </a:xfrm>
      </p:grpSpPr>
      <p:sp>
        <p:nvSpPr>
          <p:cNvPr id="500" name="Google Shape;500;p69"/>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501" name="Google Shape;501;p69"/>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502" name="Google Shape;502;p69"/>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a:solidFill>
                  <a:schemeClr val="dk2"/>
                </a:solidFill>
                <a:latin typeface="Trebuchet MS"/>
                <a:ea typeface="Trebuchet MS"/>
                <a:cs typeface="Trebuchet MS"/>
                <a:sym typeface="Trebuchet MS"/>
              </a:rPr>
              <a:t>Table of contents</a:t>
            </a:r>
            <a:endParaRPr/>
          </a:p>
        </p:txBody>
      </p:sp>
      <p:sp>
        <p:nvSpPr>
          <p:cNvPr id="503" name="Google Shape;503;p6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504" name="Google Shape;504;p6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505" name="Google Shape;505;p69"/>
          <p:cNvPicPr preferRelativeResize="0"/>
          <p:nvPr/>
        </p:nvPicPr>
        <p:blipFill rotWithShape="1">
          <a:blip r:embed="rId2">
            <a:alphaModFix/>
          </a:blip>
          <a:srcRect/>
          <a:stretch/>
        </p:blipFill>
        <p:spPr>
          <a:xfrm>
            <a:off x="3108638" y="3586748"/>
            <a:ext cx="1365250" cy="3382962"/>
          </a:xfrm>
          <a:custGeom>
            <a:avLst/>
            <a:gdLst/>
            <a:ahLst/>
            <a:cxnLst/>
            <a:rect l="l" t="t" r="r" b="b"/>
            <a:pathLst>
              <a:path w="1365250" h="3382962" extrusionOk="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marR="0" lvl="0" algn="r" rtl="0">
              <a:spcBef>
                <a:spcPts val="0"/>
              </a:spcBef>
              <a:spcAft>
                <a:spcPts val="0"/>
              </a:spcAft>
              <a:buSzPts val="1400"/>
              <a:buNone/>
              <a:defRPr sz="1000" b="0" i="0" u="none" strike="noStrike" cap="none">
                <a:solidFill>
                  <a:srgbClr val="7F7F7F"/>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2" name="Google Shape;12;p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13" name="Google Shape;13;p2"/>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2"/>
              </a:buClr>
              <a:buSzPts val="2400"/>
              <a:buFont typeface="Trebuchet MS"/>
              <a:buNone/>
              <a:defRPr sz="2400" b="0" i="0" u="none" strike="noStrike" cap="none">
                <a:solidFill>
                  <a:schemeClr val="dk2"/>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body" idx="1"/>
          </p:nvPr>
        </p:nvSpPr>
        <p:spPr>
          <a:xfrm>
            <a:off x="630000" y="1825625"/>
            <a:ext cx="10933350" cy="4351338"/>
          </a:xfrm>
          <a:prstGeom prst="rect">
            <a:avLst/>
          </a:prstGeom>
          <a:noFill/>
          <a:ln>
            <a:noFill/>
          </a:ln>
        </p:spPr>
        <p:txBody>
          <a:bodyPr spcFirstLastPara="1" wrap="square" lIns="0" tIns="0" rIns="0" bIns="0" anchor="t" anchorCtr="0">
            <a:noAutofit/>
          </a:bodyPr>
          <a:lstStyle>
            <a:lvl1pPr marL="457200" marR="0" lvl="0" indent="-304800" algn="l" rtl="0">
              <a:lnSpc>
                <a:spcPct val="110000"/>
              </a:lnSpc>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lnSpc>
                <a:spcPct val="90000"/>
              </a:lnSpc>
              <a:spcBef>
                <a:spcPts val="3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lnSpc>
                <a:spcPct val="90000"/>
              </a:lnSpc>
              <a:spcBef>
                <a:spcPts val="300"/>
              </a:spcBef>
              <a:spcAft>
                <a:spcPts val="0"/>
              </a:spcAft>
              <a:buClr>
                <a:schemeClr val="dk2"/>
              </a:buClr>
              <a:buSzPts val="1200"/>
              <a:buFont typeface="Trebuchet MS"/>
              <a:buChar char="–"/>
              <a:defRPr sz="1200" b="0" i="0" u="none" strike="noStrike" cap="none">
                <a:solidFill>
                  <a:schemeClr val="dk1"/>
                </a:solidFill>
                <a:latin typeface="Trebuchet MS"/>
                <a:ea typeface="Trebuchet MS"/>
                <a:cs typeface="Trebuchet MS"/>
                <a:sym typeface="Trebuchet MS"/>
              </a:defRPr>
            </a:lvl3pPr>
            <a:lvl4pPr marL="1828800" marR="0" lvl="3" indent="-330200" algn="l" rtl="0">
              <a:lnSpc>
                <a:spcPct val="110000"/>
              </a:lnSpc>
              <a:spcBef>
                <a:spcPts val="300"/>
              </a:spcBef>
              <a:spcAft>
                <a:spcPts val="0"/>
              </a:spcAft>
              <a:buClr>
                <a:schemeClr val="dk2"/>
              </a:buClr>
              <a:buSzPts val="1600"/>
              <a:buFont typeface="Arial"/>
              <a:buChar char="​"/>
              <a:defRPr sz="1600" b="0" i="0" u="none" strike="noStrike" cap="none">
                <a:solidFill>
                  <a:schemeClr val="dk2"/>
                </a:solidFill>
                <a:latin typeface="Trebuchet MS"/>
                <a:ea typeface="Trebuchet MS"/>
                <a:cs typeface="Trebuchet MS"/>
                <a:sym typeface="Trebuchet MS"/>
              </a:defRPr>
            </a:lvl4pPr>
            <a:lvl5pPr marL="2286000" marR="0" lvl="4" indent="-330200" algn="l" rtl="0">
              <a:lnSpc>
                <a:spcPct val="100000"/>
              </a:lnSpc>
              <a:spcBef>
                <a:spcPts val="300"/>
              </a:spcBef>
              <a:spcAft>
                <a:spcPts val="0"/>
              </a:spcAft>
              <a:buClr>
                <a:schemeClr val="dk1"/>
              </a:buClr>
              <a:buSzPts val="1600"/>
              <a:buFont typeface="Arial"/>
              <a:buChar char="​"/>
              <a:defRPr sz="1600" b="1" i="0" u="none" strike="noStrike" cap="none">
                <a:solidFill>
                  <a:schemeClr val="dk1"/>
                </a:solidFill>
                <a:latin typeface="Trebuchet MS"/>
                <a:ea typeface="Trebuchet MS"/>
                <a:cs typeface="Trebuchet MS"/>
                <a:sym typeface="Trebuchet MS"/>
              </a:defRPr>
            </a:lvl5pPr>
            <a:lvl6pPr marL="2743200" marR="0" lvl="5" indent="-330200" algn="l" rtl="0">
              <a:lnSpc>
                <a:spcPct val="90000"/>
              </a:lnSpc>
              <a:spcBef>
                <a:spcPts val="300"/>
              </a:spcBef>
              <a:spcAft>
                <a:spcPts val="0"/>
              </a:spcAft>
              <a:buClr>
                <a:schemeClr val="dk2"/>
              </a:buClr>
              <a:buSzPts val="1600"/>
              <a:buFont typeface="Arial"/>
              <a:buChar char="•"/>
              <a:defRPr sz="1600" b="0" i="0" u="none" strike="noStrike" cap="none">
                <a:solidFill>
                  <a:schemeClr val="dk1"/>
                </a:solidFill>
                <a:latin typeface="Trebuchet MS"/>
                <a:ea typeface="Trebuchet MS"/>
                <a:cs typeface="Trebuchet MS"/>
                <a:sym typeface="Trebuchet MS"/>
              </a:defRPr>
            </a:lvl6pPr>
            <a:lvl7pPr marL="3200400" marR="0" lvl="6" indent="-508000" algn="l" rtl="0">
              <a:lnSpc>
                <a:spcPct val="90000"/>
              </a:lnSpc>
              <a:spcBef>
                <a:spcPts val="900"/>
              </a:spcBef>
              <a:spcAft>
                <a:spcPts val="0"/>
              </a:spcAft>
              <a:buClr>
                <a:schemeClr val="dk1"/>
              </a:buClr>
              <a:buSzPts val="4400"/>
              <a:buFont typeface="Arial"/>
              <a:buChar char="​"/>
              <a:defRPr sz="4400" b="0" i="0" u="none" strike="noStrike" cap="none">
                <a:solidFill>
                  <a:schemeClr val="dk1"/>
                </a:solidFill>
                <a:latin typeface="Trebuchet MS"/>
                <a:ea typeface="Trebuchet MS"/>
                <a:cs typeface="Trebuchet MS"/>
                <a:sym typeface="Trebuchet MS"/>
              </a:defRPr>
            </a:lvl7pPr>
            <a:lvl8pPr marL="3657600" marR="0" lvl="7" indent="-571500" algn="l" rtl="0">
              <a:lnSpc>
                <a:spcPct val="90000"/>
              </a:lnSpc>
              <a:spcBef>
                <a:spcPts val="900"/>
              </a:spcBef>
              <a:spcAft>
                <a:spcPts val="0"/>
              </a:spcAft>
              <a:buClr>
                <a:schemeClr val="dk2"/>
              </a:buClr>
              <a:buSzPts val="5400"/>
              <a:buFont typeface="Arial"/>
              <a:buChar char="​"/>
              <a:defRPr sz="5400" b="0" i="0" u="none" strike="noStrike" cap="none">
                <a:solidFill>
                  <a:schemeClr val="dk2"/>
                </a:solidFill>
                <a:latin typeface="Trebuchet MS"/>
                <a:ea typeface="Trebuchet MS"/>
                <a:cs typeface="Trebuchet MS"/>
                <a:sym typeface="Trebuchet MS"/>
              </a:defRPr>
            </a:lvl8pPr>
            <a:lvl9pPr marL="4114800" marR="0" lvl="8" indent="-381000" algn="l" rtl="0">
              <a:lnSpc>
                <a:spcPct val="100000"/>
              </a:lnSpc>
              <a:spcBef>
                <a:spcPts val="0"/>
              </a:spcBef>
              <a:spcAft>
                <a:spcPts val="900"/>
              </a:spcAft>
              <a:buClr>
                <a:schemeClr val="dk2"/>
              </a:buClr>
              <a:buSzPts val="2400"/>
              <a:buFont typeface="Arial"/>
              <a:buChar char="​"/>
              <a:defRPr sz="2400" b="0" i="0" u="none" strike="noStrike" cap="none">
                <a:solidFill>
                  <a:schemeClr val="dk2"/>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1"/>
          <p:cNvSpPr txBox="1">
            <a:spLocks noGrp="1"/>
          </p:cNvSpPr>
          <p:nvPr>
            <p:ph type="title"/>
          </p:nvPr>
        </p:nvSpPr>
        <p:spPr>
          <a:xfrm>
            <a:off x="340250" y="766928"/>
            <a:ext cx="2478600" cy="13143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rgbClr val="D4DF33"/>
              </a:buClr>
              <a:buSzPts val="3200"/>
              <a:buFont typeface="Trebuchet MS"/>
              <a:buNone/>
            </a:pPr>
            <a:r>
              <a:rPr lang="en-US">
                <a:solidFill>
                  <a:srgbClr val="D4DF33"/>
                </a:solidFill>
              </a:rPr>
              <a:t>Executive summary best practice</a:t>
            </a:r>
            <a:endParaRPr/>
          </a:p>
        </p:txBody>
      </p:sp>
      <p:sp>
        <p:nvSpPr>
          <p:cNvPr id="512" name="Google Shape;512;p1"/>
          <p:cNvSpPr txBox="1"/>
          <p:nvPr/>
        </p:nvSpPr>
        <p:spPr>
          <a:xfrm>
            <a:off x="4910575" y="838199"/>
            <a:ext cx="6352500" cy="5181600"/>
          </a:xfrm>
          <a:prstGeom prst="rect">
            <a:avLst/>
          </a:prstGeom>
          <a:noFill/>
          <a:ln>
            <a:noFill/>
          </a:ln>
        </p:spPr>
        <p:txBody>
          <a:bodyPr spcFirstLastPara="1" wrap="square" lIns="91425" tIns="45700" rIns="91425" bIns="45700" anchor="t" anchorCtr="0">
            <a:noAutofit/>
          </a:bodyPr>
          <a:lstStyle/>
          <a:p>
            <a:pPr marL="108000" marR="0" lvl="1" indent="0" algn="l" rtl="0">
              <a:lnSpc>
                <a:spcPct val="90000"/>
              </a:lnSpc>
              <a:spcBef>
                <a:spcPts val="0"/>
              </a:spcBef>
              <a:spcAft>
                <a:spcPts val="0"/>
              </a:spcAft>
              <a:buClr>
                <a:srgbClr val="28BA73"/>
              </a:buClr>
              <a:buSzPts val="1600"/>
              <a:buFont typeface="Arial"/>
              <a:buNone/>
            </a:pPr>
            <a:r>
              <a:rPr lang="en-US" sz="1600">
                <a:solidFill>
                  <a:schemeClr val="dk1"/>
                </a:solidFill>
                <a:latin typeface="Trebuchet MS"/>
                <a:ea typeface="Trebuchet MS"/>
                <a:cs typeface="Trebuchet MS"/>
                <a:sym typeface="Trebuchet MS"/>
              </a:rPr>
              <a:t>Situation</a:t>
            </a:r>
            <a:endParaRPr/>
          </a:p>
          <a:p>
            <a:pPr marL="324000" marR="0" lvl="1" indent="-216000" algn="l" rtl="0">
              <a:lnSpc>
                <a:spcPct val="100000"/>
              </a:lnSpc>
              <a:spcBef>
                <a:spcPts val="300"/>
              </a:spcBef>
              <a:spcAft>
                <a:spcPts val="0"/>
              </a:spcAft>
              <a:buClr>
                <a:srgbClr val="28BA73"/>
              </a:buClr>
              <a:buSzPts val="1600"/>
              <a:buFont typeface="Trebuchet MS"/>
              <a:buChar char="•"/>
            </a:pPr>
            <a:r>
              <a:rPr lang="en-US" sz="1600">
                <a:solidFill>
                  <a:schemeClr val="dk1"/>
                </a:solidFill>
                <a:latin typeface="Trebuchet MS"/>
                <a:ea typeface="Trebuchet MS"/>
                <a:cs typeface="Trebuchet MS"/>
                <a:sym typeface="Trebuchet MS"/>
              </a:rPr>
              <a:t>Setting the situation and background</a:t>
            </a:r>
            <a:endParaRPr/>
          </a:p>
          <a:p>
            <a:pPr marL="550800" marR="0" lvl="2" indent="-114399" algn="l" rtl="0">
              <a:lnSpc>
                <a:spcPct val="90000"/>
              </a:lnSpc>
              <a:spcBef>
                <a:spcPts val="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108000" marR="0" lvl="1" indent="0" algn="l" rtl="0">
              <a:lnSpc>
                <a:spcPct val="90000"/>
              </a:lnSpc>
              <a:spcBef>
                <a:spcPts val="300"/>
              </a:spcBef>
              <a:spcAft>
                <a:spcPts val="0"/>
              </a:spcAft>
              <a:buClr>
                <a:srgbClr val="28BA73"/>
              </a:buClr>
              <a:buSzPts val="1600"/>
              <a:buFont typeface="Arial"/>
              <a:buNone/>
            </a:pPr>
            <a:r>
              <a:rPr lang="en-US" sz="1600">
                <a:solidFill>
                  <a:schemeClr val="dk1"/>
                </a:solidFill>
                <a:latin typeface="Trebuchet MS"/>
                <a:ea typeface="Trebuchet MS"/>
                <a:cs typeface="Trebuchet MS"/>
                <a:sym typeface="Trebuchet MS"/>
              </a:rPr>
              <a:t>Complication</a:t>
            </a:r>
            <a:endParaRPr/>
          </a:p>
          <a:p>
            <a:pPr marL="324000" marR="0" lvl="1" indent="-216000" algn="l" rtl="0">
              <a:lnSpc>
                <a:spcPct val="100000"/>
              </a:lnSpc>
              <a:spcBef>
                <a:spcPts val="300"/>
              </a:spcBef>
              <a:spcAft>
                <a:spcPts val="0"/>
              </a:spcAft>
              <a:buClr>
                <a:srgbClr val="28BA73"/>
              </a:buClr>
              <a:buSzPts val="1600"/>
              <a:buFont typeface="Trebuchet MS"/>
              <a:buChar char="•"/>
            </a:pPr>
            <a:r>
              <a:rPr lang="en-US" sz="1600">
                <a:solidFill>
                  <a:schemeClr val="dk1"/>
                </a:solidFill>
                <a:latin typeface="Trebuchet MS"/>
                <a:ea typeface="Trebuchet MS"/>
                <a:cs typeface="Trebuchet MS"/>
                <a:sym typeface="Trebuchet MS"/>
              </a:rPr>
              <a:t>Identify problem(s) or opportunity</a:t>
            </a:r>
            <a:endParaRPr/>
          </a:p>
          <a:p>
            <a:pPr marL="550800" marR="0" lvl="2" indent="-114399" algn="l" rtl="0">
              <a:lnSpc>
                <a:spcPct val="90000"/>
              </a:lnSpc>
              <a:spcBef>
                <a:spcPts val="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a:solidFill>
                <a:schemeClr val="dk1"/>
              </a:solidFill>
              <a:latin typeface="Trebuchet MS"/>
              <a:ea typeface="Trebuchet MS"/>
              <a:cs typeface="Trebuchet MS"/>
              <a:sym typeface="Trebuchet MS"/>
            </a:endParaRPr>
          </a:p>
          <a:p>
            <a:pPr marL="108000" marR="0" lvl="1" indent="0" algn="l" rtl="0">
              <a:lnSpc>
                <a:spcPct val="90000"/>
              </a:lnSpc>
              <a:spcBef>
                <a:spcPts val="300"/>
              </a:spcBef>
              <a:spcAft>
                <a:spcPts val="0"/>
              </a:spcAft>
              <a:buClr>
                <a:srgbClr val="28BA73"/>
              </a:buClr>
              <a:buSzPts val="1600"/>
              <a:buFont typeface="Arial"/>
              <a:buNone/>
            </a:pPr>
            <a:r>
              <a:rPr lang="en-US" sz="1600">
                <a:solidFill>
                  <a:schemeClr val="dk1"/>
                </a:solidFill>
                <a:latin typeface="Trebuchet MS"/>
                <a:ea typeface="Trebuchet MS"/>
                <a:cs typeface="Trebuchet MS"/>
                <a:sym typeface="Trebuchet MS"/>
              </a:rPr>
              <a:t>Question</a:t>
            </a:r>
            <a:endParaRPr/>
          </a:p>
          <a:p>
            <a:pPr marL="323999" marR="0" lvl="1" indent="-216000" algn="l" rtl="0">
              <a:lnSpc>
                <a:spcPct val="100000"/>
              </a:lnSpc>
              <a:spcBef>
                <a:spcPts val="300"/>
              </a:spcBef>
              <a:spcAft>
                <a:spcPts val="0"/>
              </a:spcAft>
              <a:buClr>
                <a:srgbClr val="28BA73"/>
              </a:buClr>
              <a:buSzPts val="1600"/>
              <a:buFont typeface="Trebuchet MS"/>
              <a:buChar char="•"/>
            </a:pPr>
            <a:r>
              <a:rPr lang="en-US" sz="1600">
                <a:solidFill>
                  <a:schemeClr val="dk1"/>
                </a:solidFill>
                <a:latin typeface="Trebuchet MS"/>
                <a:ea typeface="Trebuchet MS"/>
                <a:cs typeface="Trebuchet MS"/>
                <a:sym typeface="Trebuchet MS"/>
              </a:rPr>
              <a:t>State hypothesis</a:t>
            </a:r>
            <a:endParaRPr sz="160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endParaRPr sz="160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endParaRPr sz="160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endParaRPr sz="160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r>
              <a:rPr lang="en-US" sz="1600">
                <a:solidFill>
                  <a:schemeClr val="dk1"/>
                </a:solidFill>
                <a:latin typeface="Trebuchet MS"/>
                <a:ea typeface="Trebuchet MS"/>
                <a:cs typeface="Trebuchet MS"/>
                <a:sym typeface="Trebuchet MS"/>
              </a:rPr>
              <a:t>Answer</a:t>
            </a:r>
            <a:endParaRPr sz="1600">
              <a:solidFill>
                <a:schemeClr val="dk1"/>
              </a:solidFill>
              <a:latin typeface="Trebuchet MS"/>
              <a:ea typeface="Trebuchet MS"/>
              <a:cs typeface="Trebuchet MS"/>
              <a:sym typeface="Trebuchet MS"/>
            </a:endParaRPr>
          </a:p>
          <a:p>
            <a:pPr marL="323999" lvl="1" indent="-216000" algn="l" rtl="0">
              <a:spcBef>
                <a:spcPts val="300"/>
              </a:spcBef>
              <a:spcAft>
                <a:spcPts val="0"/>
              </a:spcAft>
              <a:buClr>
                <a:srgbClr val="28BA73"/>
              </a:buClr>
              <a:buSzPts val="1600"/>
              <a:buFont typeface="Trebuchet MS"/>
              <a:buChar char="•"/>
            </a:pPr>
            <a:r>
              <a:rPr lang="en-US" sz="1600">
                <a:solidFill>
                  <a:schemeClr val="dk1"/>
                </a:solidFill>
                <a:latin typeface="Trebuchet MS"/>
                <a:ea typeface="Trebuchet MS"/>
                <a:cs typeface="Trebuchet MS"/>
                <a:sym typeface="Trebuchet MS"/>
              </a:rPr>
              <a:t>Propose solution and discuss impact</a:t>
            </a:r>
            <a:endParaRPr sz="1600">
              <a:solidFill>
                <a:schemeClr val="dk1"/>
              </a:solidFill>
              <a:latin typeface="Trebuchet MS"/>
              <a:ea typeface="Trebuchet MS"/>
              <a:cs typeface="Trebuchet MS"/>
              <a:sym typeface="Trebuchet MS"/>
            </a:endParaRPr>
          </a:p>
        </p:txBody>
      </p:sp>
      <p:sp>
        <p:nvSpPr>
          <p:cNvPr id="513" name="Google Shape;513;p1"/>
          <p:cNvSpPr txBox="1"/>
          <p:nvPr/>
        </p:nvSpPr>
        <p:spPr>
          <a:xfrm>
            <a:off x="247975" y="2229550"/>
            <a:ext cx="3136800" cy="3790200"/>
          </a:xfrm>
          <a:prstGeom prst="rect">
            <a:avLst/>
          </a:prstGeom>
          <a:noFill/>
          <a:ln>
            <a:noFill/>
          </a:ln>
        </p:spPr>
        <p:txBody>
          <a:bodyPr spcFirstLastPara="1" wrap="square" lIns="91425" tIns="45700" rIns="91425" bIns="45700" anchor="t" anchorCtr="0">
            <a:noAutofit/>
          </a:bodyPr>
          <a:lstStyle/>
          <a:p>
            <a:pPr marL="0" lvl="0" indent="0" algn="l" rtl="0">
              <a:spcBef>
                <a:spcPts val="300"/>
              </a:spcBef>
              <a:spcAft>
                <a:spcPts val="0"/>
              </a:spcAft>
              <a:buNone/>
            </a:pPr>
            <a:r>
              <a:rPr lang="en-US" sz="1600">
                <a:solidFill>
                  <a:schemeClr val="lt1"/>
                </a:solidFill>
                <a:latin typeface="Trebuchet MS"/>
                <a:ea typeface="Trebuchet MS"/>
                <a:cs typeface="Trebuchet MS"/>
                <a:sym typeface="Trebuchet MS"/>
              </a:rPr>
              <a:t>A good executive summary provides all the key information in one slide</a:t>
            </a: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r>
              <a:rPr lang="en-US" sz="1600">
                <a:solidFill>
                  <a:schemeClr val="lt1"/>
                </a:solidFill>
                <a:latin typeface="Trebuchet MS"/>
                <a:ea typeface="Trebuchet MS"/>
                <a:cs typeface="Trebuchet MS"/>
                <a:sym typeface="Trebuchet MS"/>
              </a:rPr>
              <a:t>Consultants typically communicate in a “top down” or pyramid fashion, starting with the conclusion and then providing the supporting information</a:t>
            </a: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r>
              <a:rPr lang="en-US" sz="1600">
                <a:solidFill>
                  <a:schemeClr val="lt1"/>
                </a:solidFill>
                <a:latin typeface="Trebuchet MS"/>
                <a:ea typeface="Trebuchet MS"/>
                <a:cs typeface="Trebuchet MS"/>
                <a:sym typeface="Trebuchet MS"/>
              </a:rPr>
              <a:t>The goal is to communicate as much information in as few words as possible</a:t>
            </a: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endParaRPr sz="16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CCA32EA-0F80-883A-EEB5-78EB01C7EBD5}"/>
              </a:ext>
            </a:extLst>
          </p:cNvPr>
          <p:cNvSpPr>
            <a:spLocks noGrp="1"/>
          </p:cNvSpPr>
          <p:nvPr>
            <p:ph type="pic" idx="2"/>
          </p:nvPr>
        </p:nvSpPr>
        <p:spPr/>
        <p:txBody>
          <a:bodyPr/>
          <a:lstStyle/>
          <a:p>
            <a:endParaRPr lang="en-US"/>
          </a:p>
        </p:txBody>
      </p:sp>
      <p:sp>
        <p:nvSpPr>
          <p:cNvPr id="3" name="Text Placeholder 2">
            <a:extLst>
              <a:ext uri="{FF2B5EF4-FFF2-40B4-BE49-F238E27FC236}">
                <a16:creationId xmlns:a16="http://schemas.microsoft.com/office/drawing/2014/main" id="{4C57CCC5-7D3A-E348-A09C-FE376333F199}"/>
              </a:ext>
            </a:extLst>
          </p:cNvPr>
          <p:cNvSpPr>
            <a:spLocks noGrp="1"/>
          </p:cNvSpPr>
          <p:nvPr>
            <p:ph type="body" idx="1"/>
          </p:nvPr>
        </p:nvSpPr>
        <p:spPr/>
        <p:txBody>
          <a:bodyPr/>
          <a:lstStyle/>
          <a:p>
            <a:endParaRPr lang="en-US"/>
          </a:p>
        </p:txBody>
      </p:sp>
      <p:sp>
        <p:nvSpPr>
          <p:cNvPr id="4" name="Subtitle 3">
            <a:extLst>
              <a:ext uri="{FF2B5EF4-FFF2-40B4-BE49-F238E27FC236}">
                <a16:creationId xmlns:a16="http://schemas.microsoft.com/office/drawing/2014/main" id="{0E311AA6-76F0-E927-FA38-00A5F941317A}"/>
              </a:ext>
            </a:extLst>
          </p:cNvPr>
          <p:cNvSpPr>
            <a:spLocks noGrp="1"/>
          </p:cNvSpPr>
          <p:nvPr>
            <p:ph type="subTitle" idx="3"/>
          </p:nvPr>
        </p:nvSpPr>
        <p:spPr/>
        <p:txBody>
          <a:bodyPr/>
          <a:lstStyle/>
          <a:p>
            <a:endParaRPr lang="en-US"/>
          </a:p>
        </p:txBody>
      </p:sp>
      <p:sp>
        <p:nvSpPr>
          <p:cNvPr id="5" name="Title 4">
            <a:extLst>
              <a:ext uri="{FF2B5EF4-FFF2-40B4-BE49-F238E27FC236}">
                <a16:creationId xmlns:a16="http://schemas.microsoft.com/office/drawing/2014/main" id="{51626AAC-272F-5F90-30CC-B4EA959E151C}"/>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609386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487A88C-098D-FCD1-99C5-94CCA7AE3B00}"/>
              </a:ext>
            </a:extLst>
          </p:cNvPr>
          <p:cNvSpPr>
            <a:spLocks noGrp="1"/>
          </p:cNvSpPr>
          <p:nvPr>
            <p:ph type="pic" idx="2"/>
          </p:nvPr>
        </p:nvSpPr>
        <p:spPr/>
        <p:txBody>
          <a:bodyPr/>
          <a:lstStyle/>
          <a:p>
            <a:endParaRPr lang="en-US"/>
          </a:p>
        </p:txBody>
      </p:sp>
      <p:sp>
        <p:nvSpPr>
          <p:cNvPr id="3" name="Text Placeholder 2">
            <a:extLst>
              <a:ext uri="{FF2B5EF4-FFF2-40B4-BE49-F238E27FC236}">
                <a16:creationId xmlns:a16="http://schemas.microsoft.com/office/drawing/2014/main" id="{F8D5CFD3-3EEE-7838-0F56-C7E7F7A9B280}"/>
              </a:ext>
            </a:extLst>
          </p:cNvPr>
          <p:cNvSpPr>
            <a:spLocks noGrp="1"/>
          </p:cNvSpPr>
          <p:nvPr>
            <p:ph type="body" idx="1"/>
          </p:nvPr>
        </p:nvSpPr>
        <p:spPr/>
        <p:txBody>
          <a:bodyPr/>
          <a:lstStyle/>
          <a:p>
            <a:endParaRPr lang="en-US"/>
          </a:p>
        </p:txBody>
      </p:sp>
      <p:sp>
        <p:nvSpPr>
          <p:cNvPr id="4" name="Subtitle 3">
            <a:extLst>
              <a:ext uri="{FF2B5EF4-FFF2-40B4-BE49-F238E27FC236}">
                <a16:creationId xmlns:a16="http://schemas.microsoft.com/office/drawing/2014/main" id="{30EB6582-F6C3-707A-34D3-24924428495D}"/>
              </a:ext>
            </a:extLst>
          </p:cNvPr>
          <p:cNvSpPr>
            <a:spLocks noGrp="1"/>
          </p:cNvSpPr>
          <p:nvPr>
            <p:ph type="subTitle" idx="3"/>
          </p:nvPr>
        </p:nvSpPr>
        <p:spPr/>
        <p:txBody>
          <a:bodyPr/>
          <a:lstStyle/>
          <a:p>
            <a:endParaRPr lang="en-US"/>
          </a:p>
        </p:txBody>
      </p:sp>
      <p:sp>
        <p:nvSpPr>
          <p:cNvPr id="5" name="Title 4">
            <a:extLst>
              <a:ext uri="{FF2B5EF4-FFF2-40B4-BE49-F238E27FC236}">
                <a16:creationId xmlns:a16="http://schemas.microsoft.com/office/drawing/2014/main" id="{1D5A1EDE-CA94-3CF5-0B67-21B2703CAB77}"/>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3036306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theme/theme1.xml><?xml version="1.0" encoding="utf-8"?>
<a:theme xmlns:a="http://schemas.openxmlformats.org/drawingml/2006/main" name="BCG Grid 16:9">
  <a:themeElements>
    <a:clrScheme name="The Boston Consulting Group">
      <a:dk1>
        <a:srgbClr val="575757"/>
      </a:dk1>
      <a:lt1>
        <a:srgbClr val="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BCG 2015">
      <a:dk1>
        <a:srgbClr val="6E6F73"/>
      </a:dk1>
      <a:lt1>
        <a:srgbClr val="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Words>
  <Application>Microsoft Office PowerPoint</Application>
  <PresentationFormat>Widescreen</PresentationFormat>
  <Paragraphs>26</Paragraphs>
  <Slides>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Trebuchet MS</vt:lpstr>
      <vt:lpstr>BCG Grid 16:9</vt:lpstr>
      <vt:lpstr>Executive summary best practice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The Boston Consulting Group</dc:creator>
  <cp:lastModifiedBy>Chukwuemeka Anyanwu</cp:lastModifiedBy>
  <cp:revision>1</cp:revision>
  <dcterms:created xsi:type="dcterms:W3CDTF">2016-11-04T11:46:04Z</dcterms:created>
  <dcterms:modified xsi:type="dcterms:W3CDTF">2025-01-22T13:14:34Z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ies>
</file>